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ей Гринько" userId="968de8ff6410f3a5" providerId="LiveId" clId="{22D93118-9607-4CC9-915C-7DCF37C36630}"/>
    <pc:docChg chg="custSel modSld">
      <pc:chgData name="Алексей Гринько" userId="968de8ff6410f3a5" providerId="LiveId" clId="{22D93118-9607-4CC9-915C-7DCF37C36630}" dt="2026-10-01T06:30:46.308" v="33" actId="20577"/>
      <pc:docMkLst>
        <pc:docMk/>
      </pc:docMkLst>
      <pc:sldChg chg="addSp delSp modSp mod">
        <pc:chgData name="Алексей Гринько" userId="968de8ff6410f3a5" providerId="LiveId" clId="{22D93118-9607-4CC9-915C-7DCF37C36630}" dt="2026-10-01T06:28:48.849" v="27" actId="1076"/>
        <pc:sldMkLst>
          <pc:docMk/>
          <pc:sldMk cId="3616803738" sldId="257"/>
        </pc:sldMkLst>
        <pc:picChg chg="add mod">
          <ac:chgData name="Алексей Гринько" userId="968de8ff6410f3a5" providerId="LiveId" clId="{22D93118-9607-4CC9-915C-7DCF37C36630}" dt="2026-10-01T06:28:48.849" v="27" actId="1076"/>
          <ac:picMkLst>
            <pc:docMk/>
            <pc:sldMk cId="3616803738" sldId="257"/>
            <ac:picMk id="6" creationId="{8EA172D2-ACD7-0F14-516D-9498AA0FF588}"/>
          </ac:picMkLst>
        </pc:picChg>
        <pc:picChg chg="del">
          <ac:chgData name="Алексей Гринько" userId="968de8ff6410f3a5" providerId="LiveId" clId="{22D93118-9607-4CC9-915C-7DCF37C36630}" dt="2026-10-01T06:28:01.707" v="22" actId="478"/>
          <ac:picMkLst>
            <pc:docMk/>
            <pc:sldMk cId="3616803738" sldId="257"/>
            <ac:picMk id="7" creationId="{8E20FDF7-03D2-F644-4428-03EC6C52B68A}"/>
          </ac:picMkLst>
        </pc:picChg>
      </pc:sldChg>
      <pc:sldChg chg="modSp mod">
        <pc:chgData name="Алексей Гринько" userId="968de8ff6410f3a5" providerId="LiveId" clId="{22D93118-9607-4CC9-915C-7DCF37C36630}" dt="2026-10-01T06:30:46.308" v="33" actId="20577"/>
        <pc:sldMkLst>
          <pc:docMk/>
          <pc:sldMk cId="879519440" sldId="260"/>
        </pc:sldMkLst>
        <pc:spChg chg="mod">
          <ac:chgData name="Алексей Гринько" userId="968de8ff6410f3a5" providerId="LiveId" clId="{22D93118-9607-4CC9-915C-7DCF37C36630}" dt="2026-10-01T06:30:46.308" v="33" actId="20577"/>
          <ac:spMkLst>
            <pc:docMk/>
            <pc:sldMk cId="879519440" sldId="260"/>
            <ac:spMk id="3" creationId="{E8CBCF97-6E25-EB82-AC52-E57EDC1866E8}"/>
          </ac:spMkLst>
        </pc:spChg>
      </pc:sldChg>
      <pc:sldChg chg="addSp modSp mod">
        <pc:chgData name="Алексей Гринько" userId="968de8ff6410f3a5" providerId="LiveId" clId="{22D93118-9607-4CC9-915C-7DCF37C36630}" dt="2026-10-01T06:26:24.495" v="20" actId="1076"/>
        <pc:sldMkLst>
          <pc:docMk/>
          <pc:sldMk cId="3510525839" sldId="262"/>
        </pc:sldMkLst>
        <pc:spChg chg="mod">
          <ac:chgData name="Алексей Гринько" userId="968de8ff6410f3a5" providerId="LiveId" clId="{22D93118-9607-4CC9-915C-7DCF37C36630}" dt="2026-09-30T18:10:35.881" v="1" actId="20577"/>
          <ac:spMkLst>
            <pc:docMk/>
            <pc:sldMk cId="3510525839" sldId="262"/>
            <ac:spMk id="3" creationId="{E5BF9D8F-17B5-98A2-3C85-D94B0CAF3F28}"/>
          </ac:spMkLst>
        </pc:spChg>
        <pc:picChg chg="add mod">
          <ac:chgData name="Алексей Гринько" userId="968de8ff6410f3a5" providerId="LiveId" clId="{22D93118-9607-4CC9-915C-7DCF37C36630}" dt="2026-10-01T06:16:16.164" v="4" actId="1076"/>
          <ac:picMkLst>
            <pc:docMk/>
            <pc:sldMk cId="3510525839" sldId="262"/>
            <ac:picMk id="5" creationId="{DE829B0D-1FFB-CD5E-1039-2B6B74A3E621}"/>
          </ac:picMkLst>
        </pc:picChg>
        <pc:picChg chg="add mod">
          <ac:chgData name="Алексей Гринько" userId="968de8ff6410f3a5" providerId="LiveId" clId="{22D93118-9607-4CC9-915C-7DCF37C36630}" dt="2026-10-01T06:17:10.453" v="11" actId="1076"/>
          <ac:picMkLst>
            <pc:docMk/>
            <pc:sldMk cId="3510525839" sldId="262"/>
            <ac:picMk id="7" creationId="{2924C453-DBA2-A366-0BCE-A635CBFD504C}"/>
          </ac:picMkLst>
        </pc:picChg>
        <pc:picChg chg="add mod">
          <ac:chgData name="Алексей Гринько" userId="968de8ff6410f3a5" providerId="LiveId" clId="{22D93118-9607-4CC9-915C-7DCF37C36630}" dt="2026-10-01T06:26:24.495" v="20" actId="1076"/>
          <ac:picMkLst>
            <pc:docMk/>
            <pc:sldMk cId="3510525839" sldId="262"/>
            <ac:picMk id="9" creationId="{A8D537AD-E127-A802-C190-59F42979B2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1DA0D-FE8D-CA39-638A-3D9491FD2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4C86BD-F574-FE28-DFF4-58FE6C3B1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2CA061-FE16-1DA7-27C2-A73AF3FB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E727B3-4725-194B-656E-B98B9693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619A-1E60-FA96-0DCD-57F75297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20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2D563-AD8C-B000-B193-07150A12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06A7BB-1A7A-083D-EB7F-1F9863B33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6A6232-362B-8D7A-9097-42C088C7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6EECB5-5CC3-41CD-F8A8-D341552C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5AB968-D092-D3EC-3CD0-C715EA29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82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4A0EC-343F-E6A8-AB7E-B2F9C840D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915836-E916-ACA6-25E9-565F85352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EC0B02-C707-AF93-DD86-5D3F86E2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E424E9-EB38-CE1D-8ED8-6880209D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567D38-11E1-5494-3265-112648B9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7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57354-1F05-7085-C036-18C9C305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E73F48-FFF3-F880-D2F0-CDC2447A3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36DD8D-8770-3D78-3D38-73C66AF6D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722CED-AC6E-5D1E-22DE-23B866345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3B9920-7938-049C-0010-8B35EAB1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F1A534-F46F-B1FE-7FC0-A5D83A6F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57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A9BED-FBC0-A82E-ACAA-647F8D685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D9778E-679A-2AE7-3BA2-84CDEAFCB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9324A8-7288-390E-1612-02F71A555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E488F3-A958-65D9-B7F7-7FB907F3A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A7CD63-E0B6-BB6D-2A2C-9935C6E67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166D36-FEB9-9047-F05B-EFB27D03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408FCAF-7D48-AE5B-ADAA-0827102D6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46AF53-A795-356D-1562-27C3EADD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1C4A31-0F6A-229C-6B3D-AB10841E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60F2F9-AD15-1945-5B10-333583E6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95721A-AABF-9839-9FCE-EF0CFE50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D2C83C-4B10-8E50-32C1-27FAAF0FF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22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52087E-F8F2-B387-5B84-A4D978A4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557E55-5254-FCBA-D63D-30BE167A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30F020-B766-455D-F3C7-3D294579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65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5B870-1BDC-1F82-66DF-72B480434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203B37-7241-2FC8-4CE4-212808F1A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A55756-BBED-55B3-E00A-E10B421C9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94DE56-06D1-8705-BE92-B848D6A8E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887EEA-C1FF-68EE-4668-A41944B4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5303BB-2798-9BD4-B05D-926B9730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97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1EAD1-4B0E-A4B1-2C3A-25A6B0DE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2A20E23-17D0-7F7B-BFE5-2FA7A1EC3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CC2BF7-AD91-1FBC-2BDE-110C7C372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14A7A6-844A-D7E6-CAA4-49379AE2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01608C-1C64-9DA6-45F5-784BA4C0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D91A4C-E51C-E2F0-F3FB-90953C03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73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8AC70-8680-DB7C-5BE7-1920A80A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D60039-DE0B-7602-DFD3-B46E707A7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7FD852-31FB-B6DE-66AD-9C5A75DF9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8C8AA6-931B-AE2C-A1B3-C6BB8DBF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AA1AB-FAB3-CC48-A192-DA4D895C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2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0907EC-B338-117A-A6D6-A83B8DC2F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C6739B-5389-668A-CBA1-7DD2B1559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E5BF93-23F5-AE7B-A8E7-5F669B1D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D07508-0DA4-0A01-C1C7-34BD65EE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823EF2-9752-8163-39E8-3FBAA2A3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36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4EA33-E837-D369-DD10-16D471B6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AD31B1-42C5-DAB8-BD65-3D09CD14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2D24A0-EB13-FE3C-A62B-0448A148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76E26-6570-409A-B53A-76429D57B75E}" type="datetimeFigureOut">
              <a:rPr lang="ru-RU" smtClean="0"/>
              <a:t>01.10.26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13B3B-94ED-83D1-D8F3-6274D46FD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0C655-2F55-4FD9-1429-F81529595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77F38-8BC4-4625-9FA4-1D15C6C29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4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EF320-995F-4C39-9853-B1609660F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310" y="733650"/>
            <a:ext cx="9144000" cy="2387600"/>
          </a:xfrm>
        </p:spPr>
        <p:txBody>
          <a:bodyPr>
            <a:normAutofit/>
          </a:bodyPr>
          <a:lstStyle/>
          <a:p>
            <a:r>
              <a:rPr lang="en-US" sz="8800" dirty="0"/>
              <a:t>Debian </a:t>
            </a:r>
            <a:r>
              <a:rPr lang="ru-RU" dirty="0"/>
              <a:t>—</a:t>
            </a:r>
            <a:endParaRPr lang="ru-RU" sz="8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D494E1-8AA3-FE98-983C-014C9538D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310" y="312125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—</a:t>
            </a:r>
            <a:r>
              <a:rPr lang="en-US" dirty="0"/>
              <a:t> </a:t>
            </a:r>
            <a:r>
              <a:rPr lang="ru-RU" sz="4000" dirty="0"/>
              <a:t>это операционная система на базе Linux. Один из самых старых и надёжных дистрибутивов.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F835E7-4E1F-CD01-BA18-C2CBE5FD5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153" y="0"/>
            <a:ext cx="3743847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0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6B2C5-CC22-FC25-CB28-B2DE185F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создания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B95C9D-5D98-6B5D-0419-DB8F779FB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33525"/>
            <a:ext cx="5257800" cy="4351338"/>
          </a:xfrm>
        </p:spPr>
        <p:txBody>
          <a:bodyPr/>
          <a:lstStyle/>
          <a:p>
            <a:r>
              <a:rPr lang="ru-RU" dirty="0"/>
              <a:t>Был придуман американским студентом в 1993 году.</a:t>
            </a:r>
          </a:p>
          <a:p>
            <a:r>
              <a:rPr lang="ru-RU" dirty="0"/>
              <a:t>Изначально являлся личным проектом.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BBAC76-DD4F-E7C5-39FB-F4600A310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938" y="365125"/>
            <a:ext cx="3489762" cy="36859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A172D2-ACD7-0F14-516D-9498AA0FF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013" y="3709194"/>
            <a:ext cx="3899343" cy="255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0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D7931-EA6A-DDC6-017C-691935C7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CC2633-23E7-C4B8-A636-24A871934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6700" y="2006968"/>
            <a:ext cx="4737100" cy="4351338"/>
          </a:xfrm>
        </p:spPr>
        <p:txBody>
          <a:bodyPr/>
          <a:lstStyle/>
          <a:p>
            <a:r>
              <a:rPr lang="ru-RU" dirty="0"/>
              <a:t>Собрать все программы в одном месте.</a:t>
            </a:r>
          </a:p>
          <a:p>
            <a:r>
              <a:rPr lang="ru-RU" dirty="0"/>
              <a:t>Цельный дистрибутив, который легко поставить и обновлять.</a:t>
            </a:r>
          </a:p>
          <a:p>
            <a:r>
              <a:rPr lang="ru-RU" dirty="0"/>
              <a:t>Открытое принятие решений.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1D5D46-74A2-33E6-3317-4D1BDFFC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006968"/>
            <a:ext cx="6032500" cy="284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78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C2AA9-0F45-1537-3E68-01EC0E0F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A2486F-0DD4-1C4D-8DCB-D65F8149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325"/>
            <a:ext cx="10515600" cy="4351338"/>
          </a:xfrm>
        </p:spPr>
        <p:txBody>
          <a:bodyPr/>
          <a:lstStyle/>
          <a:p>
            <a:r>
              <a:rPr lang="ru-RU" dirty="0"/>
              <a:t>Устроена вокруг пакетов, за каждый из которых отвечает свой специалист.</a:t>
            </a:r>
          </a:p>
          <a:p>
            <a:r>
              <a:rPr lang="ru-RU" dirty="0"/>
              <a:t>Вся работа идёт в нескольких параллельных ветках.</a:t>
            </a:r>
          </a:p>
          <a:p>
            <a:r>
              <a:rPr lang="ru-RU" dirty="0"/>
              <a:t>Простая логика движения пакетов.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43D599-84EF-1FA2-880E-AC2C5E311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03371"/>
            <a:ext cx="5510897" cy="23511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E36E7D-ADAE-B938-8656-9912A374E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3906131"/>
            <a:ext cx="3676464" cy="234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9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3FAC5-D7AB-5998-170C-F20AD2116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управления пакетами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CBCF97-6E25-EB82-AC52-E57EDC18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38325"/>
            <a:ext cx="5040611" cy="4351338"/>
          </a:xfrm>
        </p:spPr>
        <p:txBody>
          <a:bodyPr/>
          <a:lstStyle/>
          <a:p>
            <a:r>
              <a:rPr lang="ru-RU" dirty="0"/>
              <a:t>В основе лежит пакетный менеджер </a:t>
            </a:r>
            <a:r>
              <a:rPr lang="en-US" dirty="0"/>
              <a:t>APT</a:t>
            </a:r>
            <a:r>
              <a:rPr lang="ru-RU" dirty="0"/>
              <a:t>.</a:t>
            </a:r>
          </a:p>
          <a:p>
            <a:r>
              <a:rPr lang="ru-RU" dirty="0"/>
              <a:t>Он сам находит её в репозиториях, проверяет, какие нужны библиотеки, скачивает всё необходимое и ставит в правильном порядке.</a:t>
            </a:r>
          </a:p>
          <a:p>
            <a:r>
              <a:rPr lang="ru-RU" dirty="0"/>
              <a:t>Это работает через файл с настройками.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1D5E5D-4AA2-725F-67E3-DAE0BC9AF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191" y="2349103"/>
            <a:ext cx="5294609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1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C03DE-F63E-D433-3C86-B21996B7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плюсы и минусы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CBF38-ADAB-CF2E-11B6-D608D3895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9374" cy="4351338"/>
          </a:xfrm>
        </p:spPr>
        <p:txBody>
          <a:bodyPr/>
          <a:lstStyle/>
          <a:p>
            <a:r>
              <a:rPr lang="ru-RU" dirty="0"/>
              <a:t>Стабильность.</a:t>
            </a:r>
          </a:p>
          <a:p>
            <a:r>
              <a:rPr lang="ru-RU" dirty="0"/>
              <a:t>Огромный репозиторий.</a:t>
            </a:r>
          </a:p>
          <a:p>
            <a:r>
              <a:rPr lang="ru-RU" dirty="0"/>
              <a:t>Полная доступность.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097C0-DA5A-8FE8-939B-8EF30585CC9D}"/>
              </a:ext>
            </a:extLst>
          </p:cNvPr>
          <p:cNvSpPr txBox="1"/>
          <p:nvPr/>
        </p:nvSpPr>
        <p:spPr>
          <a:xfrm>
            <a:off x="5663380" y="1690688"/>
            <a:ext cx="52602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Новые версии программ приходят с большим опозданием.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Некоторые программы и драйверы не входят в официальный репозиторий из-за лицензионных ограничений.</a:t>
            </a:r>
          </a:p>
        </p:txBody>
      </p:sp>
    </p:spTree>
    <p:extLst>
      <p:ext uri="{BB962C8B-B14F-4D97-AF65-F5344CB8AC3E}">
        <p14:creationId xmlns:p14="http://schemas.microsoft.com/office/powerpoint/2010/main" val="230584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83411-E5B3-3CDE-638D-DD48A5CA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применяется?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F9D8F-17B5-98A2-3C85-D94B0CAF3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Веб-серверы (</a:t>
            </a:r>
            <a:r>
              <a:rPr lang="ru-RU" dirty="0" err="1"/>
              <a:t>Nginx</a:t>
            </a:r>
            <a:r>
              <a:rPr lang="ru-RU" dirty="0"/>
              <a:t>, Apache).</a:t>
            </a:r>
          </a:p>
          <a:p>
            <a:r>
              <a:rPr lang="ru-RU" dirty="0"/>
              <a:t>Базы данных (</a:t>
            </a:r>
            <a:r>
              <a:rPr lang="ru-RU" dirty="0" err="1"/>
              <a:t>PostgreSQL</a:t>
            </a:r>
            <a:r>
              <a:rPr lang="ru-RU" dirty="0"/>
              <a:t>, </a:t>
            </a:r>
            <a:r>
              <a:rPr lang="ru-RU" dirty="0" err="1"/>
              <a:t>MariaDB</a:t>
            </a:r>
            <a:r>
              <a:rPr lang="ru-RU" dirty="0"/>
              <a:t>).</a:t>
            </a:r>
          </a:p>
          <a:p>
            <a:r>
              <a:rPr lang="ru-RU" dirty="0"/>
              <a:t>Образовательные проекты (</a:t>
            </a:r>
            <a:r>
              <a:rPr lang="ru-RU" dirty="0" err="1"/>
              <a:t>Debian</a:t>
            </a:r>
            <a:r>
              <a:rPr lang="ru-RU" dirty="0"/>
              <a:t> </a:t>
            </a:r>
            <a:r>
              <a:rPr lang="ru-RU" dirty="0" err="1"/>
              <a:t>Edu</a:t>
            </a:r>
            <a:r>
              <a:rPr lang="ru-RU" dirty="0"/>
              <a:t>).</a:t>
            </a:r>
          </a:p>
          <a:p>
            <a:r>
              <a:rPr lang="ru-RU" dirty="0"/>
              <a:t>Основа </a:t>
            </a:r>
            <a:r>
              <a:rPr lang="ru-RU"/>
              <a:t>для других </a:t>
            </a:r>
            <a:r>
              <a:rPr lang="ru-RU" dirty="0"/>
              <a:t>систем (Ubuntu, Linux </a:t>
            </a:r>
            <a:r>
              <a:rPr lang="ru-RU" dirty="0" err="1"/>
              <a:t>Mint</a:t>
            </a:r>
            <a:r>
              <a:rPr lang="ru-RU" dirty="0"/>
              <a:t>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829B0D-1FFB-CD5E-1039-2B6B74A3E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98" y="4035771"/>
            <a:ext cx="2659752" cy="24571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24C453-DBA2-A366-0BCE-A635CBFD5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058" y="4035771"/>
            <a:ext cx="2901209" cy="24571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8D537AD-E127-A802-C190-59F42979B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637" y="4035771"/>
            <a:ext cx="2547311" cy="233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25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594BB-169A-057D-453D-11A4CF1A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506" y="2913319"/>
            <a:ext cx="10515600" cy="1325563"/>
          </a:xfrm>
        </p:spPr>
        <p:txBody>
          <a:bodyPr>
            <a:normAutofit/>
          </a:bodyPr>
          <a:lstStyle/>
          <a:p>
            <a:r>
              <a:rPr lang="ru-RU" sz="66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285202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190</Words>
  <Application>Microsoft Office PowerPoint</Application>
  <PresentationFormat>Широкоэкранный</PresentationFormat>
  <Paragraphs>29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Debian —</vt:lpstr>
      <vt:lpstr>История создания</vt:lpstr>
      <vt:lpstr>Основная идея</vt:lpstr>
      <vt:lpstr>Основы разработки</vt:lpstr>
      <vt:lpstr>Система управления пакетами</vt:lpstr>
      <vt:lpstr>Основные плюсы и минусы</vt:lpstr>
      <vt:lpstr>Где применяется?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Гринько</dc:creator>
  <cp:lastModifiedBy>Алексей Гринько</cp:lastModifiedBy>
  <cp:revision>1</cp:revision>
  <dcterms:created xsi:type="dcterms:W3CDTF">2026-09-30T14:30:20Z</dcterms:created>
  <dcterms:modified xsi:type="dcterms:W3CDTF">2026-10-01T06:30:55Z</dcterms:modified>
</cp:coreProperties>
</file>