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9"/>
  </p:notesMasterIdLst>
  <p:sldIdLst>
    <p:sldId id="256" r:id="rId2"/>
    <p:sldId id="327" r:id="rId3"/>
    <p:sldId id="259" r:id="rId4"/>
    <p:sldId id="328" r:id="rId5"/>
    <p:sldId id="280" r:id="rId6"/>
    <p:sldId id="275" r:id="rId7"/>
    <p:sldId id="279" r:id="rId8"/>
  </p:sldIdLst>
  <p:sldSz cx="9144000" cy="5143500" type="screen16x9"/>
  <p:notesSz cx="6858000" cy="9144000"/>
  <p:embeddedFontLst>
    <p:embeddedFont>
      <p:font typeface="Press Start 2P" panose="020B0604020202020204" charset="0"/>
      <p:regular r:id="rId10"/>
    </p:embeddedFont>
    <p:embeddedFont>
      <p:font typeface="Orbitron" panose="020B0604020202020204" charset="0"/>
      <p:regular r:id="rId11"/>
      <p:bold r:id="rId12"/>
    </p:embeddedFont>
    <p:embeddedFont>
      <p:font typeface="Roboto" panose="020B0604020202020204" charset="0"/>
      <p:regular r:id="rId13"/>
      <p:bold r:id="rId14"/>
      <p:italic r:id="rId15"/>
      <p:boldItalic r:id="rId16"/>
    </p:embeddedFont>
    <p:embeddedFont>
      <p:font typeface="Sitka Small Semibold" pitchFamily="2" charset="0"/>
      <p:bold r:id="rId17"/>
      <p:boldItalic r:id="rId18"/>
    </p:embeddedFont>
    <p:embeddedFont>
      <p:font typeface="Cascadia Mono" panose="020B0609020000020004" pitchFamily="49" charset="0"/>
      <p:regular r:id="rId19"/>
      <p:bold r:id="rId20"/>
      <p:italic r:id="rId21"/>
      <p:boldItalic r:id="rId22"/>
    </p:embeddedFont>
    <p:embeddedFont>
      <p:font typeface="NSimSun" panose="02010609030101010101" pitchFamily="49" charset="-122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334">
          <p15:clr>
            <a:srgbClr val="9AA0A6"/>
          </p15:clr>
        </p15:guide>
        <p15:guide id="3" pos="5306">
          <p15:clr>
            <a:srgbClr val="9AA0A6"/>
          </p15:clr>
        </p15:guide>
        <p15:guide id="4" orient="horz" pos="2909">
          <p15:clr>
            <a:srgbClr val="9AA0A6"/>
          </p15:clr>
        </p15:guide>
        <p15:guide id="5" orient="horz" pos="537">
          <p15:clr>
            <a:srgbClr val="9AA0A6"/>
          </p15:clr>
        </p15:guide>
        <p15:guide id="6" pos="12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822"/>
    <a:srgbClr val="F2C4E3"/>
    <a:srgbClr val="5CD5D5"/>
    <a:srgbClr val="000099"/>
    <a:srgbClr val="46B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96FCBC-C88F-4D1F-9793-74AC7D017F9C}">
  <a:tblStyle styleId="{3196FCBC-C88F-4D1F-9793-74AC7D017F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pos="454"/>
        <p:guide orient="horz" pos="334"/>
        <p:guide pos="5306"/>
        <p:guide orient="horz" pos="2909"/>
        <p:guide orient="horz" pos="537"/>
        <p:guide pos="12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7" name="Google Shape;27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d7ee3498f3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d7ee3498f3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5" name="Google Shape;3285;gdcd76fd251_3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6" name="Google Shape;3286;gdcd76fd251_3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gc58a2599d6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9" name="Google Shape;3139;gc58a2599d6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gc58a2599d6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1" name="Google Shape;3201;gc58a2599d6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2100" y="696039"/>
            <a:ext cx="7679800" cy="270000"/>
            <a:chOff x="732100" y="631600"/>
            <a:chExt cx="7679800" cy="270000"/>
          </a:xfrm>
        </p:grpSpPr>
        <p:sp>
          <p:nvSpPr>
            <p:cNvPr id="10" name="Google Shape;10;p2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1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" name="Google Shape;11;p2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1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2" name="Google Shape;12;p2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1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3" name="Google Shape;13;p2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1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0" y="0"/>
            <a:ext cx="9143980" cy="540000"/>
            <a:chOff x="0" y="0"/>
            <a:chExt cx="9143980" cy="540000"/>
          </a:xfrm>
        </p:grpSpPr>
        <p:sp>
          <p:nvSpPr>
            <p:cNvPr id="15" name="Google Shape;15;p2"/>
            <p:cNvSpPr/>
            <p:nvPr/>
          </p:nvSpPr>
          <p:spPr>
            <a:xfrm>
              <a:off x="0" y="0"/>
              <a:ext cx="1306200" cy="54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06297" y="0"/>
              <a:ext cx="1306200" cy="54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12593" y="0"/>
              <a:ext cx="1306200" cy="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918890" y="0"/>
              <a:ext cx="1306200" cy="54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25187" y="0"/>
              <a:ext cx="1306200" cy="54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531483" y="0"/>
              <a:ext cx="1306200" cy="54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37780" y="0"/>
              <a:ext cx="1306200" cy="54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0" y="4873500"/>
            <a:ext cx="9143980" cy="270000"/>
            <a:chOff x="0" y="0"/>
            <a:chExt cx="9143980" cy="540000"/>
          </a:xfrm>
        </p:grpSpPr>
        <p:sp>
          <p:nvSpPr>
            <p:cNvPr id="23" name="Google Shape;23;p2"/>
            <p:cNvSpPr/>
            <p:nvPr/>
          </p:nvSpPr>
          <p:spPr>
            <a:xfrm>
              <a:off x="0" y="0"/>
              <a:ext cx="1306200" cy="54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306297" y="0"/>
              <a:ext cx="1306200" cy="54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12593" y="0"/>
              <a:ext cx="1306200" cy="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918890" y="0"/>
              <a:ext cx="1306200" cy="54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225187" y="0"/>
              <a:ext cx="1306200" cy="54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531483" y="0"/>
              <a:ext cx="1306200" cy="54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37780" y="0"/>
              <a:ext cx="1306200" cy="54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29625" y="1374175"/>
            <a:ext cx="7704000" cy="2038800"/>
          </a:xfrm>
          <a:prstGeom prst="rect">
            <a:avLst/>
          </a:prstGeom>
          <a:effectLst>
            <a:outerShdw dist="38100" dir="3000000" algn="bl" rotWithShape="0">
              <a:schemeClr val="accent4"/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720025" y="3695775"/>
            <a:ext cx="7704000" cy="344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719974" y="4116109"/>
            <a:ext cx="7703719" cy="317495"/>
            <a:chOff x="720000" y="4116100"/>
            <a:chExt cx="7647131" cy="315162"/>
          </a:xfrm>
        </p:grpSpPr>
        <p:sp>
          <p:nvSpPr>
            <p:cNvPr id="33" name="Google Shape;33;p2"/>
            <p:cNvSpPr/>
            <p:nvPr/>
          </p:nvSpPr>
          <p:spPr>
            <a:xfrm>
              <a:off x="72000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6820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9364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280483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67281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654146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84372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030545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21736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404208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591006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871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96745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154270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34109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7933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714731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901596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9117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277995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46481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51658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838456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25321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21490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401720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58854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775383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962181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9046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33862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25445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712265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899108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085906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7272771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6235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649170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35990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022833" y="42737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8209631" y="41161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720000" y="1094488"/>
            <a:ext cx="7704000" cy="35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2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subTitle" idx="2"/>
          </p:nvPr>
        </p:nvSpPr>
        <p:spPr>
          <a:xfrm>
            <a:off x="732088" y="4768350"/>
            <a:ext cx="2200200" cy="210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subTitle" idx="3"/>
          </p:nvPr>
        </p:nvSpPr>
        <p:spPr>
          <a:xfrm>
            <a:off x="3819438" y="4768350"/>
            <a:ext cx="15051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subTitle" idx="4"/>
          </p:nvPr>
        </p:nvSpPr>
        <p:spPr>
          <a:xfrm>
            <a:off x="7502913" y="4768350"/>
            <a:ext cx="909000" cy="2103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4"/>
          <p:cNvGrpSpPr/>
          <p:nvPr/>
        </p:nvGrpSpPr>
        <p:grpSpPr>
          <a:xfrm>
            <a:off x="732100" y="134998"/>
            <a:ext cx="7679800" cy="270000"/>
            <a:chOff x="732100" y="631600"/>
            <a:chExt cx="7679800" cy="270000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137" name="Google Shape;137;p4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14"/>
          <p:cNvGrpSpPr/>
          <p:nvPr/>
        </p:nvGrpSpPr>
        <p:grpSpPr>
          <a:xfrm>
            <a:off x="521140" y="280375"/>
            <a:ext cx="8140100" cy="787800"/>
            <a:chOff x="521140" y="280375"/>
            <a:chExt cx="8140100" cy="787800"/>
          </a:xfrm>
        </p:grpSpPr>
        <p:sp>
          <p:nvSpPr>
            <p:cNvPr id="608" name="Google Shape;608;p14"/>
            <p:cNvSpPr/>
            <p:nvPr/>
          </p:nvSpPr>
          <p:spPr>
            <a:xfrm>
              <a:off x="521150" y="2803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707970" y="43803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521140" y="59552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707983" y="7531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521156" y="9106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897596" y="2803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894800" y="59552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4"/>
            <p:cNvSpPr/>
            <p:nvPr/>
          </p:nvSpPr>
          <p:spPr>
            <a:xfrm>
              <a:off x="1081620" y="43803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4"/>
            <p:cNvSpPr/>
            <p:nvPr/>
          </p:nvSpPr>
          <p:spPr>
            <a:xfrm>
              <a:off x="1268440" y="2803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4"/>
            <p:cNvSpPr/>
            <p:nvPr/>
          </p:nvSpPr>
          <p:spPr>
            <a:xfrm flipH="1">
              <a:off x="8503731" y="2803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4"/>
            <p:cNvSpPr/>
            <p:nvPr/>
          </p:nvSpPr>
          <p:spPr>
            <a:xfrm flipH="1">
              <a:off x="8316910" y="43803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4"/>
            <p:cNvSpPr/>
            <p:nvPr/>
          </p:nvSpPr>
          <p:spPr>
            <a:xfrm flipH="1">
              <a:off x="8503740" y="59552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 flipH="1">
              <a:off x="8316897" y="7531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4"/>
            <p:cNvSpPr/>
            <p:nvPr/>
          </p:nvSpPr>
          <p:spPr>
            <a:xfrm flipH="1">
              <a:off x="8503725" y="9106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4"/>
            <p:cNvSpPr/>
            <p:nvPr/>
          </p:nvSpPr>
          <p:spPr>
            <a:xfrm flipH="1">
              <a:off x="8127284" y="2803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 flipH="1">
              <a:off x="8130081" y="59552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 flipH="1">
              <a:off x="7943260" y="43803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 flipH="1">
              <a:off x="7756440" y="280375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6" name="Google Shape;626;p14"/>
          <p:cNvSpPr txBox="1">
            <a:spLocks noGrp="1"/>
          </p:cNvSpPr>
          <p:nvPr>
            <p:ph type="subTitle" idx="1"/>
          </p:nvPr>
        </p:nvSpPr>
        <p:spPr>
          <a:xfrm>
            <a:off x="520475" y="2086713"/>
            <a:ext cx="2508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7" name="Google Shape;627;p14"/>
          <p:cNvSpPr txBox="1">
            <a:spLocks noGrp="1"/>
          </p:cNvSpPr>
          <p:nvPr>
            <p:ph type="subTitle" idx="2"/>
          </p:nvPr>
        </p:nvSpPr>
        <p:spPr>
          <a:xfrm>
            <a:off x="520475" y="1650038"/>
            <a:ext cx="2508900" cy="4182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16500"/>
          </a:xfrm>
          <a:prstGeom prst="rect">
            <a:avLst/>
          </a:prstGeom>
          <a:noFill/>
          <a:effectLst>
            <a:outerShdw dist="47625" dir="342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629" name="Google Shape;629;p14"/>
          <p:cNvSpPr txBox="1">
            <a:spLocks noGrp="1"/>
          </p:cNvSpPr>
          <p:nvPr>
            <p:ph type="subTitle" idx="3"/>
          </p:nvPr>
        </p:nvSpPr>
        <p:spPr>
          <a:xfrm>
            <a:off x="520475" y="3805375"/>
            <a:ext cx="2508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14"/>
          <p:cNvSpPr txBox="1">
            <a:spLocks noGrp="1"/>
          </p:cNvSpPr>
          <p:nvPr>
            <p:ph type="subTitle" idx="4"/>
          </p:nvPr>
        </p:nvSpPr>
        <p:spPr>
          <a:xfrm>
            <a:off x="522313" y="3381900"/>
            <a:ext cx="2505000" cy="4182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4"/>
          <p:cNvSpPr txBox="1">
            <a:spLocks noGrp="1"/>
          </p:cNvSpPr>
          <p:nvPr>
            <p:ph type="subTitle" idx="5"/>
          </p:nvPr>
        </p:nvSpPr>
        <p:spPr>
          <a:xfrm>
            <a:off x="3319533" y="3805375"/>
            <a:ext cx="25068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4"/>
          <p:cNvSpPr txBox="1">
            <a:spLocks noGrp="1"/>
          </p:cNvSpPr>
          <p:nvPr>
            <p:ph type="subTitle" idx="6"/>
          </p:nvPr>
        </p:nvSpPr>
        <p:spPr>
          <a:xfrm>
            <a:off x="3317549" y="3381900"/>
            <a:ext cx="2506800" cy="4182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14"/>
          <p:cNvSpPr txBox="1">
            <a:spLocks noGrp="1"/>
          </p:cNvSpPr>
          <p:nvPr>
            <p:ph type="subTitle" idx="7"/>
          </p:nvPr>
        </p:nvSpPr>
        <p:spPr>
          <a:xfrm>
            <a:off x="3323243" y="2070663"/>
            <a:ext cx="25032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4"/>
          <p:cNvSpPr txBox="1">
            <a:spLocks noGrp="1"/>
          </p:cNvSpPr>
          <p:nvPr>
            <p:ph type="subTitle" idx="8"/>
          </p:nvPr>
        </p:nvSpPr>
        <p:spPr>
          <a:xfrm>
            <a:off x="3317549" y="1663238"/>
            <a:ext cx="2506800" cy="418200"/>
          </a:xfrm>
          <a:prstGeom prst="rect">
            <a:avLst/>
          </a:prstGeom>
          <a:effectLst>
            <a:outerShdw dist="28575" dir="34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14"/>
          <p:cNvSpPr txBox="1">
            <a:spLocks noGrp="1"/>
          </p:cNvSpPr>
          <p:nvPr>
            <p:ph type="title" idx="9" hasCustomPrompt="1"/>
          </p:nvPr>
        </p:nvSpPr>
        <p:spPr>
          <a:xfrm>
            <a:off x="1360125" y="1219575"/>
            <a:ext cx="829500" cy="363600"/>
          </a:xfrm>
          <a:prstGeom prst="rect">
            <a:avLst/>
          </a:prstGeom>
          <a:effectLst>
            <a:outerShdw dist="28575" dir="324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36" name="Google Shape;636;p14"/>
          <p:cNvSpPr txBox="1">
            <a:spLocks noGrp="1"/>
          </p:cNvSpPr>
          <p:nvPr>
            <p:ph type="title" idx="13" hasCustomPrompt="1"/>
          </p:nvPr>
        </p:nvSpPr>
        <p:spPr>
          <a:xfrm>
            <a:off x="4156050" y="1219575"/>
            <a:ext cx="829500" cy="363600"/>
          </a:xfrm>
          <a:prstGeom prst="rect">
            <a:avLst/>
          </a:prstGeom>
          <a:effectLst>
            <a:outerShdw dist="38100" dir="330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37" name="Google Shape;637;p14"/>
          <p:cNvSpPr txBox="1">
            <a:spLocks noGrp="1"/>
          </p:cNvSpPr>
          <p:nvPr>
            <p:ph type="title" idx="14" hasCustomPrompt="1"/>
          </p:nvPr>
        </p:nvSpPr>
        <p:spPr>
          <a:xfrm>
            <a:off x="4156050" y="2971038"/>
            <a:ext cx="829500" cy="363600"/>
          </a:xfrm>
          <a:prstGeom prst="rect">
            <a:avLst/>
          </a:prstGeom>
          <a:effectLst>
            <a:outerShdw dist="38100" dir="324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38" name="Google Shape;638;p14"/>
          <p:cNvSpPr txBox="1">
            <a:spLocks noGrp="1"/>
          </p:cNvSpPr>
          <p:nvPr>
            <p:ph type="title" idx="15" hasCustomPrompt="1"/>
          </p:nvPr>
        </p:nvSpPr>
        <p:spPr>
          <a:xfrm>
            <a:off x="1360125" y="2971038"/>
            <a:ext cx="829500" cy="363600"/>
          </a:xfrm>
          <a:prstGeom prst="rect">
            <a:avLst/>
          </a:prstGeom>
          <a:effectLst>
            <a:outerShdw dist="38100" dir="330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6"/>
          </p:nvPr>
        </p:nvSpPr>
        <p:spPr>
          <a:xfrm>
            <a:off x="732100" y="4768350"/>
            <a:ext cx="2200200" cy="210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17"/>
          </p:nvPr>
        </p:nvSpPr>
        <p:spPr>
          <a:xfrm>
            <a:off x="3819450" y="4768350"/>
            <a:ext cx="1505100" cy="2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18"/>
          </p:nvPr>
        </p:nvSpPr>
        <p:spPr>
          <a:xfrm>
            <a:off x="7091375" y="4768350"/>
            <a:ext cx="1505100" cy="2103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19"/>
          </p:nvPr>
        </p:nvSpPr>
        <p:spPr>
          <a:xfrm>
            <a:off x="6154333" y="3805375"/>
            <a:ext cx="25068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20"/>
          </p:nvPr>
        </p:nvSpPr>
        <p:spPr>
          <a:xfrm>
            <a:off x="6152349" y="3381900"/>
            <a:ext cx="2506800" cy="4182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21"/>
          </p:nvPr>
        </p:nvSpPr>
        <p:spPr>
          <a:xfrm>
            <a:off x="6158043" y="2070663"/>
            <a:ext cx="25032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4"/>
          <p:cNvSpPr txBox="1">
            <a:spLocks noGrp="1"/>
          </p:cNvSpPr>
          <p:nvPr>
            <p:ph type="subTitle" idx="22"/>
          </p:nvPr>
        </p:nvSpPr>
        <p:spPr>
          <a:xfrm>
            <a:off x="6152349" y="1663238"/>
            <a:ext cx="2506800" cy="418200"/>
          </a:xfrm>
          <a:prstGeom prst="rect">
            <a:avLst/>
          </a:prstGeom>
          <a:effectLst>
            <a:outerShdw dist="28575" dir="342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4"/>
          <p:cNvSpPr txBox="1">
            <a:spLocks noGrp="1"/>
          </p:cNvSpPr>
          <p:nvPr>
            <p:ph type="title" idx="23" hasCustomPrompt="1"/>
          </p:nvPr>
        </p:nvSpPr>
        <p:spPr>
          <a:xfrm>
            <a:off x="6990850" y="1219575"/>
            <a:ext cx="829500" cy="363600"/>
          </a:xfrm>
          <a:prstGeom prst="rect">
            <a:avLst/>
          </a:prstGeom>
          <a:effectLst>
            <a:outerShdw dist="38100" dir="330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47" name="Google Shape;647;p14"/>
          <p:cNvSpPr txBox="1">
            <a:spLocks noGrp="1"/>
          </p:cNvSpPr>
          <p:nvPr>
            <p:ph type="title" idx="24" hasCustomPrompt="1"/>
          </p:nvPr>
        </p:nvSpPr>
        <p:spPr>
          <a:xfrm>
            <a:off x="6990850" y="2971038"/>
            <a:ext cx="829500" cy="363600"/>
          </a:xfrm>
          <a:prstGeom prst="rect">
            <a:avLst/>
          </a:prstGeom>
          <a:effectLst>
            <a:outerShdw dist="38100" dir="324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16"/>
          <p:cNvGrpSpPr/>
          <p:nvPr/>
        </p:nvGrpSpPr>
        <p:grpSpPr>
          <a:xfrm>
            <a:off x="726875" y="1036899"/>
            <a:ext cx="7690195" cy="315162"/>
            <a:chOff x="726893" y="4283737"/>
            <a:chExt cx="7690195" cy="315162"/>
          </a:xfrm>
        </p:grpSpPr>
        <p:grpSp>
          <p:nvGrpSpPr>
            <p:cNvPr id="718" name="Google Shape;718;p16"/>
            <p:cNvGrpSpPr/>
            <p:nvPr/>
          </p:nvGrpSpPr>
          <p:grpSpPr>
            <a:xfrm>
              <a:off x="726893" y="4283737"/>
              <a:ext cx="1841708" cy="315162"/>
              <a:chOff x="748425" y="4276560"/>
              <a:chExt cx="1841708" cy="315162"/>
            </a:xfrm>
          </p:grpSpPr>
          <p:sp>
            <p:nvSpPr>
              <p:cNvPr id="719" name="Google Shape;719;p16"/>
              <p:cNvSpPr/>
              <p:nvPr/>
            </p:nvSpPr>
            <p:spPr>
              <a:xfrm>
                <a:off x="74842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6"/>
              <p:cNvSpPr/>
              <p:nvPr/>
            </p:nvSpPr>
            <p:spPr>
              <a:xfrm>
                <a:off x="935245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6"/>
              <p:cNvSpPr/>
              <p:nvPr/>
            </p:nvSpPr>
            <p:spPr>
              <a:xfrm>
                <a:off x="112206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6"/>
              <p:cNvSpPr/>
              <p:nvPr/>
            </p:nvSpPr>
            <p:spPr>
              <a:xfrm>
                <a:off x="1308908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6"/>
              <p:cNvSpPr/>
              <p:nvPr/>
            </p:nvSpPr>
            <p:spPr>
              <a:xfrm>
                <a:off x="1495706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6"/>
              <p:cNvSpPr/>
              <p:nvPr/>
            </p:nvSpPr>
            <p:spPr>
              <a:xfrm>
                <a:off x="1682571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6"/>
              <p:cNvSpPr/>
              <p:nvPr/>
            </p:nvSpPr>
            <p:spPr>
              <a:xfrm>
                <a:off x="187215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6"/>
              <p:cNvSpPr/>
              <p:nvPr/>
            </p:nvSpPr>
            <p:spPr>
              <a:xfrm>
                <a:off x="2058970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6"/>
              <p:cNvSpPr/>
              <p:nvPr/>
            </p:nvSpPr>
            <p:spPr>
              <a:xfrm>
                <a:off x="224579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6"/>
              <p:cNvSpPr/>
              <p:nvPr/>
            </p:nvSpPr>
            <p:spPr>
              <a:xfrm>
                <a:off x="2432633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9" name="Google Shape;729;p16"/>
            <p:cNvGrpSpPr/>
            <p:nvPr/>
          </p:nvGrpSpPr>
          <p:grpSpPr>
            <a:xfrm>
              <a:off x="6575402" y="4283737"/>
              <a:ext cx="1841685" cy="315162"/>
              <a:chOff x="6553870" y="4276560"/>
              <a:chExt cx="1841685" cy="315162"/>
            </a:xfrm>
          </p:grpSpPr>
          <p:sp>
            <p:nvSpPr>
              <p:cNvPr id="730" name="Google Shape;730;p16"/>
              <p:cNvSpPr/>
              <p:nvPr/>
            </p:nvSpPr>
            <p:spPr>
              <a:xfrm>
                <a:off x="6553870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6"/>
              <p:cNvSpPr/>
              <p:nvPr/>
            </p:nvSpPr>
            <p:spPr>
              <a:xfrm>
                <a:off x="674069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6"/>
              <p:cNvSpPr/>
              <p:nvPr/>
            </p:nvSpPr>
            <p:spPr>
              <a:xfrm>
                <a:off x="6927533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6"/>
              <p:cNvSpPr/>
              <p:nvPr/>
            </p:nvSpPr>
            <p:spPr>
              <a:xfrm>
                <a:off x="7114331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6"/>
              <p:cNvSpPr/>
              <p:nvPr/>
            </p:nvSpPr>
            <p:spPr>
              <a:xfrm>
                <a:off x="7301196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6"/>
              <p:cNvSpPr/>
              <p:nvPr/>
            </p:nvSpPr>
            <p:spPr>
              <a:xfrm>
                <a:off x="749077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6"/>
              <p:cNvSpPr/>
              <p:nvPr/>
            </p:nvSpPr>
            <p:spPr>
              <a:xfrm>
                <a:off x="7677595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6"/>
              <p:cNvSpPr/>
              <p:nvPr/>
            </p:nvSpPr>
            <p:spPr>
              <a:xfrm>
                <a:off x="786441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6"/>
              <p:cNvSpPr/>
              <p:nvPr/>
            </p:nvSpPr>
            <p:spPr>
              <a:xfrm>
                <a:off x="8051258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6"/>
              <p:cNvSpPr/>
              <p:nvPr/>
            </p:nvSpPr>
            <p:spPr>
              <a:xfrm>
                <a:off x="8238056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0" name="Google Shape;740;p16"/>
          <p:cNvSpPr txBox="1">
            <a:spLocks noGrp="1"/>
          </p:cNvSpPr>
          <p:nvPr>
            <p:ph type="subTitle" idx="1"/>
          </p:nvPr>
        </p:nvSpPr>
        <p:spPr>
          <a:xfrm>
            <a:off x="6187302" y="2571750"/>
            <a:ext cx="1899000" cy="118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1" name="Google Shape;741;p16"/>
          <p:cNvSpPr txBox="1">
            <a:spLocks noGrp="1"/>
          </p:cNvSpPr>
          <p:nvPr>
            <p:ph type="subTitle" idx="2"/>
          </p:nvPr>
        </p:nvSpPr>
        <p:spPr>
          <a:xfrm>
            <a:off x="3622501" y="2571750"/>
            <a:ext cx="1899000" cy="118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2" name="Google Shape;742;p16"/>
          <p:cNvSpPr txBox="1">
            <a:spLocks noGrp="1"/>
          </p:cNvSpPr>
          <p:nvPr>
            <p:ph type="subTitle" idx="3"/>
          </p:nvPr>
        </p:nvSpPr>
        <p:spPr>
          <a:xfrm>
            <a:off x="1057700" y="2571750"/>
            <a:ext cx="1899000" cy="118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3" name="Google Shape;743;p16"/>
          <p:cNvSpPr txBox="1">
            <a:spLocks noGrp="1"/>
          </p:cNvSpPr>
          <p:nvPr>
            <p:ph type="subTitle" idx="4"/>
          </p:nvPr>
        </p:nvSpPr>
        <p:spPr>
          <a:xfrm>
            <a:off x="1057700" y="2055700"/>
            <a:ext cx="1899000" cy="437100"/>
          </a:xfrm>
          <a:prstGeom prst="rect">
            <a:avLst/>
          </a:prstGeom>
          <a:noFill/>
          <a:effectLst>
            <a:outerShdw dist="28575" dir="342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44" name="Google Shape;744;p16"/>
          <p:cNvSpPr txBox="1">
            <a:spLocks noGrp="1"/>
          </p:cNvSpPr>
          <p:nvPr>
            <p:ph type="subTitle" idx="5"/>
          </p:nvPr>
        </p:nvSpPr>
        <p:spPr>
          <a:xfrm>
            <a:off x="3622501" y="2055757"/>
            <a:ext cx="1899000" cy="437100"/>
          </a:xfrm>
          <a:prstGeom prst="rect">
            <a:avLst/>
          </a:prstGeom>
          <a:noFill/>
          <a:effectLst>
            <a:outerShdw dist="28575" dir="342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45" name="Google Shape;745;p16"/>
          <p:cNvSpPr txBox="1">
            <a:spLocks noGrp="1"/>
          </p:cNvSpPr>
          <p:nvPr>
            <p:ph type="subTitle" idx="6"/>
          </p:nvPr>
        </p:nvSpPr>
        <p:spPr>
          <a:xfrm>
            <a:off x="6187302" y="2055757"/>
            <a:ext cx="1899000" cy="437100"/>
          </a:xfrm>
          <a:prstGeom prst="rect">
            <a:avLst/>
          </a:prstGeom>
          <a:noFill/>
          <a:effectLst>
            <a:outerShdw dist="28575" dir="342000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grpSp>
        <p:nvGrpSpPr>
          <p:cNvPr id="746" name="Google Shape;746;p16"/>
          <p:cNvGrpSpPr/>
          <p:nvPr/>
        </p:nvGrpSpPr>
        <p:grpSpPr>
          <a:xfrm>
            <a:off x="726893" y="4283737"/>
            <a:ext cx="7690195" cy="315162"/>
            <a:chOff x="726893" y="4283737"/>
            <a:chExt cx="7690195" cy="315162"/>
          </a:xfrm>
        </p:grpSpPr>
        <p:grpSp>
          <p:nvGrpSpPr>
            <p:cNvPr id="747" name="Google Shape;747;p16"/>
            <p:cNvGrpSpPr/>
            <p:nvPr/>
          </p:nvGrpSpPr>
          <p:grpSpPr>
            <a:xfrm>
              <a:off x="726893" y="4283737"/>
              <a:ext cx="1841708" cy="315162"/>
              <a:chOff x="748425" y="4276560"/>
              <a:chExt cx="1841708" cy="315162"/>
            </a:xfrm>
          </p:grpSpPr>
          <p:sp>
            <p:nvSpPr>
              <p:cNvPr id="748" name="Google Shape;748;p16"/>
              <p:cNvSpPr/>
              <p:nvPr/>
            </p:nvSpPr>
            <p:spPr>
              <a:xfrm>
                <a:off x="74842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935245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112206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1308908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1495706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1682571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187215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058970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24579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2432633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8" name="Google Shape;758;p16"/>
            <p:cNvGrpSpPr/>
            <p:nvPr/>
          </p:nvGrpSpPr>
          <p:grpSpPr>
            <a:xfrm>
              <a:off x="6575402" y="4283737"/>
              <a:ext cx="1841685" cy="315162"/>
              <a:chOff x="6553870" y="4276560"/>
              <a:chExt cx="1841685" cy="315162"/>
            </a:xfrm>
          </p:grpSpPr>
          <p:sp>
            <p:nvSpPr>
              <p:cNvPr id="759" name="Google Shape;759;p16"/>
              <p:cNvSpPr/>
              <p:nvPr/>
            </p:nvSpPr>
            <p:spPr>
              <a:xfrm>
                <a:off x="6553870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6740690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6927533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7114331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7301196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749077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7677595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7864415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8051258" y="4434222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8238056" y="4276560"/>
                <a:ext cx="157500" cy="157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9" name="Google Shape;769;p16"/>
          <p:cNvSpPr txBox="1">
            <a:spLocks noGrp="1"/>
          </p:cNvSpPr>
          <p:nvPr>
            <p:ph type="subTitle" idx="7"/>
          </p:nvPr>
        </p:nvSpPr>
        <p:spPr>
          <a:xfrm>
            <a:off x="732100" y="4764150"/>
            <a:ext cx="2200200" cy="2187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16"/>
          <p:cNvSpPr txBox="1">
            <a:spLocks noGrp="1"/>
          </p:cNvSpPr>
          <p:nvPr>
            <p:ph type="subTitle" idx="8"/>
          </p:nvPr>
        </p:nvSpPr>
        <p:spPr>
          <a:xfrm>
            <a:off x="3819450" y="4764150"/>
            <a:ext cx="1505100" cy="21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16"/>
          <p:cNvSpPr txBox="1">
            <a:spLocks noGrp="1"/>
          </p:cNvSpPr>
          <p:nvPr>
            <p:ph type="subTitle" idx="9"/>
          </p:nvPr>
        </p:nvSpPr>
        <p:spPr>
          <a:xfrm>
            <a:off x="6906800" y="4764150"/>
            <a:ext cx="1505100" cy="2187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2" name="Google Shape;772;p16"/>
          <p:cNvGrpSpPr/>
          <p:nvPr/>
        </p:nvGrpSpPr>
        <p:grpSpPr>
          <a:xfrm>
            <a:off x="732088" y="137998"/>
            <a:ext cx="7679800" cy="270000"/>
            <a:chOff x="732100" y="631600"/>
            <a:chExt cx="7679800" cy="270000"/>
          </a:xfrm>
        </p:grpSpPr>
        <p:sp>
          <p:nvSpPr>
            <p:cNvPr id="773" name="Google Shape;773;p16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774" name="Google Shape;774;p16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775" name="Google Shape;775;p16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776" name="Google Shape;776;p16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777" name="Google Shape;777;p16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6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oogle Shape;1081;p22"/>
          <p:cNvGrpSpPr/>
          <p:nvPr/>
        </p:nvGrpSpPr>
        <p:grpSpPr>
          <a:xfrm>
            <a:off x="724182" y="1031383"/>
            <a:ext cx="7701822" cy="521715"/>
            <a:chOff x="724182" y="1031383"/>
            <a:chExt cx="7701822" cy="521715"/>
          </a:xfrm>
        </p:grpSpPr>
        <p:sp>
          <p:nvSpPr>
            <p:cNvPr id="1082" name="Google Shape;1082;p22"/>
            <p:cNvSpPr/>
            <p:nvPr/>
          </p:nvSpPr>
          <p:spPr>
            <a:xfrm>
              <a:off x="1275197" y="1204977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907557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2"/>
            <p:cNvSpPr/>
            <p:nvPr/>
          </p:nvSpPr>
          <p:spPr>
            <a:xfrm>
              <a:off x="724182" y="1031383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1091822" y="1378570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2"/>
            <p:cNvSpPr/>
            <p:nvPr/>
          </p:nvSpPr>
          <p:spPr>
            <a:xfrm>
              <a:off x="2009588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2"/>
            <p:cNvSpPr/>
            <p:nvPr/>
          </p:nvSpPr>
          <p:spPr>
            <a:xfrm>
              <a:off x="1641948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1458573" y="1031383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1826213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2743979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2"/>
            <p:cNvSpPr/>
            <p:nvPr/>
          </p:nvSpPr>
          <p:spPr>
            <a:xfrm>
              <a:off x="2376339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2"/>
            <p:cNvSpPr/>
            <p:nvPr/>
          </p:nvSpPr>
          <p:spPr>
            <a:xfrm>
              <a:off x="2192963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2"/>
            <p:cNvSpPr/>
            <p:nvPr/>
          </p:nvSpPr>
          <p:spPr>
            <a:xfrm>
              <a:off x="2560604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3478370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3110729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2927354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3294995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4212761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3845120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2"/>
            <p:cNvSpPr/>
            <p:nvPr/>
          </p:nvSpPr>
          <p:spPr>
            <a:xfrm>
              <a:off x="3661745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>
              <a:off x="4029386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4947152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4579511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4396136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>
              <a:off x="4763777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2"/>
            <p:cNvSpPr/>
            <p:nvPr/>
          </p:nvSpPr>
          <p:spPr>
            <a:xfrm>
              <a:off x="5681543" y="1204977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5313902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2"/>
            <p:cNvSpPr/>
            <p:nvPr/>
          </p:nvSpPr>
          <p:spPr>
            <a:xfrm>
              <a:off x="5130527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2"/>
            <p:cNvSpPr/>
            <p:nvPr/>
          </p:nvSpPr>
          <p:spPr>
            <a:xfrm>
              <a:off x="5498168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6415934" y="1204977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6048293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5864918" y="1031383"/>
              <a:ext cx="173647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6232558" y="1378570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7150324" y="1204977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2"/>
            <p:cNvSpPr/>
            <p:nvPr/>
          </p:nvSpPr>
          <p:spPr>
            <a:xfrm>
              <a:off x="6782684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6599309" y="1031383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6966949" y="1378570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884715" y="1204977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517075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7333699" y="1031383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7701340" y="1378570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251465" y="1204977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068090" y="1031383"/>
              <a:ext cx="173648" cy="173638"/>
            </a:xfrm>
            <a:custGeom>
              <a:avLst/>
              <a:gdLst/>
              <a:ahLst/>
              <a:cxnLst/>
              <a:rect l="l" t="t" r="r" b="b"/>
              <a:pathLst>
                <a:path w="390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899" y="390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4" name="Google Shape;1124;p22"/>
          <p:cNvSpPr/>
          <p:nvPr/>
        </p:nvSpPr>
        <p:spPr>
          <a:xfrm>
            <a:off x="720000" y="4526400"/>
            <a:ext cx="7704000" cy="77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2"/>
          <p:cNvSpPr txBox="1">
            <a:spLocks noGrp="1"/>
          </p:cNvSpPr>
          <p:nvPr>
            <p:ph type="subTitle" idx="1"/>
          </p:nvPr>
        </p:nvSpPr>
        <p:spPr>
          <a:xfrm>
            <a:off x="2655000" y="3178000"/>
            <a:ext cx="1899000" cy="83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26" name="Google Shape;1126;p22"/>
          <p:cNvSpPr txBox="1">
            <a:spLocks noGrp="1"/>
          </p:cNvSpPr>
          <p:nvPr>
            <p:ph type="subTitle" idx="2"/>
          </p:nvPr>
        </p:nvSpPr>
        <p:spPr>
          <a:xfrm>
            <a:off x="720000" y="3178000"/>
            <a:ext cx="1899000" cy="83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27" name="Google Shape;1127;p22"/>
          <p:cNvSpPr txBox="1">
            <a:spLocks noGrp="1"/>
          </p:cNvSpPr>
          <p:nvPr>
            <p:ph type="subTitle" idx="3"/>
          </p:nvPr>
        </p:nvSpPr>
        <p:spPr>
          <a:xfrm>
            <a:off x="720000" y="2661950"/>
            <a:ext cx="18990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28" name="Google Shape;1128;p22"/>
          <p:cNvSpPr txBox="1">
            <a:spLocks noGrp="1"/>
          </p:cNvSpPr>
          <p:nvPr>
            <p:ph type="subTitle" idx="4"/>
          </p:nvPr>
        </p:nvSpPr>
        <p:spPr>
          <a:xfrm>
            <a:off x="2655000" y="2662007"/>
            <a:ext cx="18990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29" name="Google Shape;1129;p22"/>
          <p:cNvSpPr txBox="1">
            <a:spLocks noGrp="1"/>
          </p:cNvSpPr>
          <p:nvPr>
            <p:ph type="subTitle" idx="5"/>
          </p:nvPr>
        </p:nvSpPr>
        <p:spPr>
          <a:xfrm>
            <a:off x="6525001" y="3178000"/>
            <a:ext cx="1899000" cy="83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rgbClr val="F2F2F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30" name="Google Shape;1130;p22"/>
          <p:cNvSpPr txBox="1">
            <a:spLocks noGrp="1"/>
          </p:cNvSpPr>
          <p:nvPr>
            <p:ph type="subTitle" idx="6"/>
          </p:nvPr>
        </p:nvSpPr>
        <p:spPr>
          <a:xfrm>
            <a:off x="4590000" y="3178000"/>
            <a:ext cx="1899000" cy="83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31" name="Google Shape;1131;p22"/>
          <p:cNvSpPr txBox="1">
            <a:spLocks noGrp="1"/>
          </p:cNvSpPr>
          <p:nvPr>
            <p:ph type="subTitle" idx="7"/>
          </p:nvPr>
        </p:nvSpPr>
        <p:spPr>
          <a:xfrm>
            <a:off x="4590000" y="2661950"/>
            <a:ext cx="18990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32" name="Google Shape;1132;p22"/>
          <p:cNvSpPr txBox="1">
            <a:spLocks noGrp="1"/>
          </p:cNvSpPr>
          <p:nvPr>
            <p:ph type="subTitle" idx="8"/>
          </p:nvPr>
        </p:nvSpPr>
        <p:spPr>
          <a:xfrm>
            <a:off x="6525001" y="2662007"/>
            <a:ext cx="18990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33" name="Google Shape;1133;p22"/>
          <p:cNvSpPr txBox="1">
            <a:spLocks noGrp="1"/>
          </p:cNvSpPr>
          <p:nvPr>
            <p:ph type="subTitle" idx="9"/>
          </p:nvPr>
        </p:nvSpPr>
        <p:spPr>
          <a:xfrm>
            <a:off x="732100" y="4774950"/>
            <a:ext cx="2200200" cy="197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13"/>
          </p:nvPr>
        </p:nvSpPr>
        <p:spPr>
          <a:xfrm>
            <a:off x="3819450" y="4774950"/>
            <a:ext cx="1505100" cy="1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14"/>
          </p:nvPr>
        </p:nvSpPr>
        <p:spPr>
          <a:xfrm>
            <a:off x="6906800" y="4774950"/>
            <a:ext cx="1505100" cy="1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6" name="Google Shape;1136;p22"/>
          <p:cNvGrpSpPr/>
          <p:nvPr/>
        </p:nvGrpSpPr>
        <p:grpSpPr>
          <a:xfrm>
            <a:off x="732100" y="134998"/>
            <a:ext cx="7679800" cy="270000"/>
            <a:chOff x="732100" y="631600"/>
            <a:chExt cx="7679800" cy="270000"/>
          </a:xfrm>
        </p:grpSpPr>
        <p:sp>
          <p:nvSpPr>
            <p:cNvPr id="1137" name="Google Shape;1137;p22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38" name="Google Shape;1138;p22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39" name="Google Shape;1139;p22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40" name="Google Shape;1140;p22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1141" name="Google Shape;1141;p22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22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_1_1"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24"/>
          <p:cNvSpPr txBox="1">
            <a:spLocks noGrp="1"/>
          </p:cNvSpPr>
          <p:nvPr>
            <p:ph type="subTitle" idx="1"/>
          </p:nvPr>
        </p:nvSpPr>
        <p:spPr>
          <a:xfrm>
            <a:off x="732100" y="4774950"/>
            <a:ext cx="2200200" cy="197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3" name="Google Shape;1173;p24"/>
          <p:cNvSpPr txBox="1">
            <a:spLocks noGrp="1"/>
          </p:cNvSpPr>
          <p:nvPr>
            <p:ph type="subTitle" idx="2"/>
          </p:nvPr>
        </p:nvSpPr>
        <p:spPr>
          <a:xfrm>
            <a:off x="3819450" y="4774950"/>
            <a:ext cx="1505100" cy="1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4" name="Google Shape;1174;p24"/>
          <p:cNvSpPr txBox="1">
            <a:spLocks noGrp="1"/>
          </p:cNvSpPr>
          <p:nvPr>
            <p:ph type="subTitle" idx="3"/>
          </p:nvPr>
        </p:nvSpPr>
        <p:spPr>
          <a:xfrm>
            <a:off x="6906800" y="4774950"/>
            <a:ext cx="1505100" cy="197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75" name="Google Shape;1175;p24"/>
          <p:cNvGrpSpPr/>
          <p:nvPr/>
        </p:nvGrpSpPr>
        <p:grpSpPr>
          <a:xfrm>
            <a:off x="732100" y="134998"/>
            <a:ext cx="7679800" cy="270000"/>
            <a:chOff x="732100" y="631600"/>
            <a:chExt cx="7679800" cy="270000"/>
          </a:xfrm>
        </p:grpSpPr>
        <p:sp>
          <p:nvSpPr>
            <p:cNvPr id="1176" name="Google Shape;1176;p24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77" name="Google Shape;1177;p24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78" name="Google Shape;1178;p24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179" name="Google Shape;1179;p24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1180" name="Google Shape;1180;p24"/>
          <p:cNvSpPr txBox="1">
            <a:spLocks noGrp="1"/>
          </p:cNvSpPr>
          <p:nvPr>
            <p:ph type="subTitle" idx="4"/>
          </p:nvPr>
        </p:nvSpPr>
        <p:spPr>
          <a:xfrm>
            <a:off x="5586550" y="1875321"/>
            <a:ext cx="2389800" cy="52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1" name="Google Shape;1181;p24"/>
          <p:cNvSpPr txBox="1">
            <a:spLocks noGrp="1"/>
          </p:cNvSpPr>
          <p:nvPr>
            <p:ph type="subTitle" idx="5"/>
          </p:nvPr>
        </p:nvSpPr>
        <p:spPr>
          <a:xfrm>
            <a:off x="1880074" y="1875086"/>
            <a:ext cx="2389800" cy="52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2" name="Google Shape;1182;p24"/>
          <p:cNvSpPr txBox="1">
            <a:spLocks noGrp="1"/>
          </p:cNvSpPr>
          <p:nvPr>
            <p:ph type="subTitle" idx="6"/>
          </p:nvPr>
        </p:nvSpPr>
        <p:spPr>
          <a:xfrm>
            <a:off x="1880084" y="1378213"/>
            <a:ext cx="23898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83" name="Google Shape;1183;p24"/>
          <p:cNvSpPr txBox="1">
            <a:spLocks noGrp="1"/>
          </p:cNvSpPr>
          <p:nvPr>
            <p:ph type="subTitle" idx="7"/>
          </p:nvPr>
        </p:nvSpPr>
        <p:spPr>
          <a:xfrm>
            <a:off x="5586559" y="1378500"/>
            <a:ext cx="23898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84" name="Google Shape;1184;p24"/>
          <p:cNvSpPr txBox="1">
            <a:spLocks noGrp="1"/>
          </p:cNvSpPr>
          <p:nvPr>
            <p:ph type="subTitle" idx="8"/>
          </p:nvPr>
        </p:nvSpPr>
        <p:spPr>
          <a:xfrm>
            <a:off x="5586550" y="3339271"/>
            <a:ext cx="2389800" cy="52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>
                <a:solidFill>
                  <a:srgbClr val="F2F2F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5" name="Google Shape;1185;p24"/>
          <p:cNvSpPr txBox="1">
            <a:spLocks noGrp="1"/>
          </p:cNvSpPr>
          <p:nvPr>
            <p:ph type="subTitle" idx="9"/>
          </p:nvPr>
        </p:nvSpPr>
        <p:spPr>
          <a:xfrm>
            <a:off x="1880084" y="3339036"/>
            <a:ext cx="2389800" cy="52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6" name="Google Shape;1186;p24"/>
          <p:cNvSpPr txBox="1">
            <a:spLocks noGrp="1"/>
          </p:cNvSpPr>
          <p:nvPr>
            <p:ph type="subTitle" idx="13"/>
          </p:nvPr>
        </p:nvSpPr>
        <p:spPr>
          <a:xfrm>
            <a:off x="1880075" y="2842163"/>
            <a:ext cx="23898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87" name="Google Shape;1187;p24"/>
          <p:cNvSpPr txBox="1">
            <a:spLocks noGrp="1"/>
          </p:cNvSpPr>
          <p:nvPr>
            <p:ph type="subTitle" idx="14"/>
          </p:nvPr>
        </p:nvSpPr>
        <p:spPr>
          <a:xfrm>
            <a:off x="5586555" y="2823275"/>
            <a:ext cx="2389800" cy="437100"/>
          </a:xfrm>
          <a:prstGeom prst="rect">
            <a:avLst/>
          </a:prstGeom>
          <a:noFill/>
          <a:effectLst>
            <a:outerShdw dist="28575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88" name="Google Shape;1188;p24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89" name="Google Shape;1189;p24"/>
          <p:cNvGrpSpPr/>
          <p:nvPr/>
        </p:nvGrpSpPr>
        <p:grpSpPr>
          <a:xfrm>
            <a:off x="0" y="-3"/>
            <a:ext cx="122550" cy="5143421"/>
            <a:chOff x="-4254629" y="-2793852"/>
            <a:chExt cx="236400" cy="7086554"/>
          </a:xfrm>
        </p:grpSpPr>
        <p:sp>
          <p:nvSpPr>
            <p:cNvPr id="1190" name="Google Shape;1190;p24"/>
            <p:cNvSpPr/>
            <p:nvPr/>
          </p:nvSpPr>
          <p:spPr>
            <a:xfrm rot="5400000">
              <a:off x="-4642529" y="-2405952"/>
              <a:ext cx="1012200" cy="23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 rot="5400000">
              <a:off x="-4642529" y="-1393560"/>
              <a:ext cx="1012200" cy="23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4"/>
            <p:cNvSpPr/>
            <p:nvPr/>
          </p:nvSpPr>
          <p:spPr>
            <a:xfrm rot="5400000">
              <a:off x="-4642529" y="-381167"/>
              <a:ext cx="1012200" cy="23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4"/>
            <p:cNvSpPr/>
            <p:nvPr/>
          </p:nvSpPr>
          <p:spPr>
            <a:xfrm rot="5400000">
              <a:off x="-4642529" y="631225"/>
              <a:ext cx="1012200" cy="23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rot="5400000">
              <a:off x="-4642529" y="1643617"/>
              <a:ext cx="1012200" cy="236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rot="5400000">
              <a:off x="-4642529" y="2656010"/>
              <a:ext cx="1012200" cy="23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rot="5400000">
              <a:off x="-4642529" y="3668402"/>
              <a:ext cx="1012200" cy="236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7" name="Google Shape;1197;p24"/>
          <p:cNvGrpSpPr/>
          <p:nvPr/>
        </p:nvGrpSpPr>
        <p:grpSpPr>
          <a:xfrm>
            <a:off x="9026400" y="-3"/>
            <a:ext cx="122550" cy="5143421"/>
            <a:chOff x="-4254629" y="-2793852"/>
            <a:chExt cx="236400" cy="7086554"/>
          </a:xfrm>
        </p:grpSpPr>
        <p:sp>
          <p:nvSpPr>
            <p:cNvPr id="1198" name="Google Shape;1198;p24"/>
            <p:cNvSpPr/>
            <p:nvPr/>
          </p:nvSpPr>
          <p:spPr>
            <a:xfrm rot="5400000">
              <a:off x="-4642529" y="-2405952"/>
              <a:ext cx="1012200" cy="23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4"/>
            <p:cNvSpPr/>
            <p:nvPr/>
          </p:nvSpPr>
          <p:spPr>
            <a:xfrm rot="5400000">
              <a:off x="-4642529" y="-1393560"/>
              <a:ext cx="1012200" cy="23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4"/>
            <p:cNvSpPr/>
            <p:nvPr/>
          </p:nvSpPr>
          <p:spPr>
            <a:xfrm rot="5400000">
              <a:off x="-4642529" y="-381167"/>
              <a:ext cx="1012200" cy="23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4"/>
            <p:cNvSpPr/>
            <p:nvPr/>
          </p:nvSpPr>
          <p:spPr>
            <a:xfrm rot="5400000">
              <a:off x="-4642529" y="631225"/>
              <a:ext cx="1012200" cy="23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4"/>
            <p:cNvSpPr/>
            <p:nvPr/>
          </p:nvSpPr>
          <p:spPr>
            <a:xfrm rot="5400000">
              <a:off x="-4642529" y="1643617"/>
              <a:ext cx="1012200" cy="236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 rot="5400000">
              <a:off x="-4642529" y="2656010"/>
              <a:ext cx="1012200" cy="23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 rot="5400000">
              <a:off x="-4642529" y="3668402"/>
              <a:ext cx="1012200" cy="236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5_1_1_1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36"/>
          <p:cNvSpPr txBox="1">
            <a:spLocks noGrp="1"/>
          </p:cNvSpPr>
          <p:nvPr>
            <p:ph type="subTitle" idx="1"/>
          </p:nvPr>
        </p:nvSpPr>
        <p:spPr>
          <a:xfrm>
            <a:off x="732100" y="4770450"/>
            <a:ext cx="2200200" cy="206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3" name="Google Shape;1953;p36"/>
          <p:cNvSpPr txBox="1">
            <a:spLocks noGrp="1"/>
          </p:cNvSpPr>
          <p:nvPr>
            <p:ph type="subTitle" idx="2"/>
          </p:nvPr>
        </p:nvSpPr>
        <p:spPr>
          <a:xfrm>
            <a:off x="3819450" y="4770450"/>
            <a:ext cx="1505100" cy="2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36"/>
          <p:cNvSpPr txBox="1">
            <a:spLocks noGrp="1"/>
          </p:cNvSpPr>
          <p:nvPr>
            <p:ph type="subTitle" idx="3"/>
          </p:nvPr>
        </p:nvSpPr>
        <p:spPr>
          <a:xfrm>
            <a:off x="6906800" y="4770450"/>
            <a:ext cx="1505100" cy="2061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55" name="Google Shape;1955;p36"/>
          <p:cNvGrpSpPr/>
          <p:nvPr/>
        </p:nvGrpSpPr>
        <p:grpSpPr>
          <a:xfrm>
            <a:off x="732100" y="134998"/>
            <a:ext cx="7679800" cy="270000"/>
            <a:chOff x="732100" y="631600"/>
            <a:chExt cx="7679800" cy="270000"/>
          </a:xfrm>
        </p:grpSpPr>
        <p:sp>
          <p:nvSpPr>
            <p:cNvPr id="1956" name="Google Shape;1956;p36"/>
            <p:cNvSpPr txBox="1"/>
            <p:nvPr/>
          </p:nvSpPr>
          <p:spPr>
            <a:xfrm>
              <a:off x="732100" y="631600"/>
              <a:ext cx="14166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957" name="Google Shape;1957;p36"/>
            <p:cNvSpPr txBox="1"/>
            <p:nvPr/>
          </p:nvSpPr>
          <p:spPr>
            <a:xfrm>
              <a:off x="23143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WT-FAX  100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958" name="Google Shape;1958;p36"/>
            <p:cNvSpPr txBox="1"/>
            <p:nvPr/>
          </p:nvSpPr>
          <p:spPr>
            <a:xfrm>
              <a:off x="532455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Wed 24 Oct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959" name="Google Shape;1959;p36"/>
            <p:cNvSpPr txBox="1"/>
            <p:nvPr/>
          </p:nvSpPr>
          <p:spPr>
            <a:xfrm>
              <a:off x="6906800" y="631600"/>
              <a:ext cx="15051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14.09.4</a:t>
              </a:r>
              <a:endParaRPr sz="9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1960" name="Google Shape;1960;p36"/>
          <p:cNvSpPr txBox="1">
            <a:spLocks noGrp="1"/>
          </p:cNvSpPr>
          <p:nvPr>
            <p:ph type="body" idx="4"/>
          </p:nvPr>
        </p:nvSpPr>
        <p:spPr>
          <a:xfrm>
            <a:off x="720000" y="1094500"/>
            <a:ext cx="5742300" cy="15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61" name="Google Shape;1961;p36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36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effectLst>
            <a:outerShdw dist="38100" dir="330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52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2" name="Google Shape;2582;p52"/>
          <p:cNvGrpSpPr/>
          <p:nvPr/>
        </p:nvGrpSpPr>
        <p:grpSpPr>
          <a:xfrm>
            <a:off x="720000" y="1028141"/>
            <a:ext cx="7707374" cy="174528"/>
            <a:chOff x="720000" y="1028141"/>
            <a:chExt cx="7707374" cy="174528"/>
          </a:xfrm>
        </p:grpSpPr>
        <p:sp>
          <p:nvSpPr>
            <p:cNvPr id="2583" name="Google Shape;2583;p52"/>
            <p:cNvSpPr/>
            <p:nvPr/>
          </p:nvSpPr>
          <p:spPr>
            <a:xfrm>
              <a:off x="107900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2"/>
            <p:cNvSpPr/>
            <p:nvPr/>
          </p:nvSpPr>
          <p:spPr>
            <a:xfrm>
              <a:off x="1438006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2"/>
            <p:cNvSpPr/>
            <p:nvPr/>
          </p:nvSpPr>
          <p:spPr>
            <a:xfrm>
              <a:off x="179611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2"/>
            <p:cNvSpPr/>
            <p:nvPr/>
          </p:nvSpPr>
          <p:spPr>
            <a:xfrm>
              <a:off x="215512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2"/>
            <p:cNvSpPr/>
            <p:nvPr/>
          </p:nvSpPr>
          <p:spPr>
            <a:xfrm>
              <a:off x="2514126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2"/>
            <p:cNvSpPr/>
            <p:nvPr/>
          </p:nvSpPr>
          <p:spPr>
            <a:xfrm>
              <a:off x="287223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2"/>
            <p:cNvSpPr/>
            <p:nvPr/>
          </p:nvSpPr>
          <p:spPr>
            <a:xfrm>
              <a:off x="3231242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2"/>
            <p:cNvSpPr/>
            <p:nvPr/>
          </p:nvSpPr>
          <p:spPr>
            <a:xfrm>
              <a:off x="359024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2"/>
            <p:cNvSpPr/>
            <p:nvPr/>
          </p:nvSpPr>
          <p:spPr>
            <a:xfrm>
              <a:off x="3948358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2"/>
            <p:cNvSpPr/>
            <p:nvPr/>
          </p:nvSpPr>
          <p:spPr>
            <a:xfrm>
              <a:off x="430736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2"/>
            <p:cNvSpPr/>
            <p:nvPr/>
          </p:nvSpPr>
          <p:spPr>
            <a:xfrm>
              <a:off x="466636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2"/>
            <p:cNvSpPr/>
            <p:nvPr/>
          </p:nvSpPr>
          <p:spPr>
            <a:xfrm>
              <a:off x="502447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2"/>
            <p:cNvSpPr/>
            <p:nvPr/>
          </p:nvSpPr>
          <p:spPr>
            <a:xfrm>
              <a:off x="538348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2"/>
            <p:cNvSpPr/>
            <p:nvPr/>
          </p:nvSpPr>
          <p:spPr>
            <a:xfrm>
              <a:off x="5742484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2"/>
            <p:cNvSpPr/>
            <p:nvPr/>
          </p:nvSpPr>
          <p:spPr>
            <a:xfrm>
              <a:off x="610059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2"/>
            <p:cNvSpPr/>
            <p:nvPr/>
          </p:nvSpPr>
          <p:spPr>
            <a:xfrm>
              <a:off x="64596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2"/>
            <p:cNvSpPr/>
            <p:nvPr/>
          </p:nvSpPr>
          <p:spPr>
            <a:xfrm>
              <a:off x="6818604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2"/>
            <p:cNvSpPr/>
            <p:nvPr/>
          </p:nvSpPr>
          <p:spPr>
            <a:xfrm>
              <a:off x="717671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2"/>
            <p:cNvSpPr/>
            <p:nvPr/>
          </p:nvSpPr>
          <p:spPr>
            <a:xfrm>
              <a:off x="753572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2"/>
            <p:cNvSpPr/>
            <p:nvPr/>
          </p:nvSpPr>
          <p:spPr>
            <a:xfrm>
              <a:off x="7894723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2"/>
            <p:cNvSpPr/>
            <p:nvPr/>
          </p:nvSpPr>
          <p:spPr>
            <a:xfrm>
              <a:off x="825283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2"/>
            <p:cNvSpPr/>
            <p:nvPr/>
          </p:nvSpPr>
          <p:spPr>
            <a:xfrm>
              <a:off x="7200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5" name="Google Shape;2605;p52"/>
          <p:cNvGrpSpPr/>
          <p:nvPr/>
        </p:nvGrpSpPr>
        <p:grpSpPr>
          <a:xfrm>
            <a:off x="719721" y="4428966"/>
            <a:ext cx="7707374" cy="174528"/>
            <a:chOff x="720000" y="1028141"/>
            <a:chExt cx="7707374" cy="174528"/>
          </a:xfrm>
        </p:grpSpPr>
        <p:sp>
          <p:nvSpPr>
            <p:cNvPr id="2606" name="Google Shape;2606;p52"/>
            <p:cNvSpPr/>
            <p:nvPr/>
          </p:nvSpPr>
          <p:spPr>
            <a:xfrm>
              <a:off x="107900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2"/>
            <p:cNvSpPr/>
            <p:nvPr/>
          </p:nvSpPr>
          <p:spPr>
            <a:xfrm>
              <a:off x="1438006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2"/>
            <p:cNvSpPr/>
            <p:nvPr/>
          </p:nvSpPr>
          <p:spPr>
            <a:xfrm>
              <a:off x="179611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2"/>
            <p:cNvSpPr/>
            <p:nvPr/>
          </p:nvSpPr>
          <p:spPr>
            <a:xfrm>
              <a:off x="215512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2"/>
            <p:cNvSpPr/>
            <p:nvPr/>
          </p:nvSpPr>
          <p:spPr>
            <a:xfrm>
              <a:off x="2514126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2"/>
            <p:cNvSpPr/>
            <p:nvPr/>
          </p:nvSpPr>
          <p:spPr>
            <a:xfrm>
              <a:off x="287223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2"/>
            <p:cNvSpPr/>
            <p:nvPr/>
          </p:nvSpPr>
          <p:spPr>
            <a:xfrm>
              <a:off x="3231242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2"/>
            <p:cNvSpPr/>
            <p:nvPr/>
          </p:nvSpPr>
          <p:spPr>
            <a:xfrm>
              <a:off x="359024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2"/>
            <p:cNvSpPr/>
            <p:nvPr/>
          </p:nvSpPr>
          <p:spPr>
            <a:xfrm>
              <a:off x="3948358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2"/>
            <p:cNvSpPr/>
            <p:nvPr/>
          </p:nvSpPr>
          <p:spPr>
            <a:xfrm>
              <a:off x="430736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2"/>
            <p:cNvSpPr/>
            <p:nvPr/>
          </p:nvSpPr>
          <p:spPr>
            <a:xfrm>
              <a:off x="466636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2"/>
            <p:cNvSpPr/>
            <p:nvPr/>
          </p:nvSpPr>
          <p:spPr>
            <a:xfrm>
              <a:off x="502447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2"/>
            <p:cNvSpPr/>
            <p:nvPr/>
          </p:nvSpPr>
          <p:spPr>
            <a:xfrm>
              <a:off x="538348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2"/>
            <p:cNvSpPr/>
            <p:nvPr/>
          </p:nvSpPr>
          <p:spPr>
            <a:xfrm>
              <a:off x="5742484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2"/>
            <p:cNvSpPr/>
            <p:nvPr/>
          </p:nvSpPr>
          <p:spPr>
            <a:xfrm>
              <a:off x="610059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2"/>
            <p:cNvSpPr/>
            <p:nvPr/>
          </p:nvSpPr>
          <p:spPr>
            <a:xfrm>
              <a:off x="64596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2"/>
            <p:cNvSpPr/>
            <p:nvPr/>
          </p:nvSpPr>
          <p:spPr>
            <a:xfrm>
              <a:off x="6818604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2"/>
            <p:cNvSpPr/>
            <p:nvPr/>
          </p:nvSpPr>
          <p:spPr>
            <a:xfrm>
              <a:off x="717671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2"/>
            <p:cNvSpPr/>
            <p:nvPr/>
          </p:nvSpPr>
          <p:spPr>
            <a:xfrm>
              <a:off x="753572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2"/>
            <p:cNvSpPr/>
            <p:nvPr/>
          </p:nvSpPr>
          <p:spPr>
            <a:xfrm>
              <a:off x="7894723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2"/>
            <p:cNvSpPr/>
            <p:nvPr/>
          </p:nvSpPr>
          <p:spPr>
            <a:xfrm>
              <a:off x="825283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2"/>
            <p:cNvSpPr/>
            <p:nvPr/>
          </p:nvSpPr>
          <p:spPr>
            <a:xfrm>
              <a:off x="7200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53"/>
          <p:cNvSpPr/>
          <p:nvPr/>
        </p:nvSpPr>
        <p:spPr>
          <a:xfrm>
            <a:off x="720000" y="4526400"/>
            <a:ext cx="77040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0" name="Google Shape;2630;p53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1" name="Google Shape;2631;p53"/>
          <p:cNvGrpSpPr/>
          <p:nvPr/>
        </p:nvGrpSpPr>
        <p:grpSpPr>
          <a:xfrm>
            <a:off x="720000" y="1028141"/>
            <a:ext cx="7707374" cy="174528"/>
            <a:chOff x="720000" y="1028141"/>
            <a:chExt cx="7707374" cy="174528"/>
          </a:xfrm>
        </p:grpSpPr>
        <p:sp>
          <p:nvSpPr>
            <p:cNvPr id="2632" name="Google Shape;2632;p53"/>
            <p:cNvSpPr/>
            <p:nvPr/>
          </p:nvSpPr>
          <p:spPr>
            <a:xfrm>
              <a:off x="107900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3"/>
            <p:cNvSpPr/>
            <p:nvPr/>
          </p:nvSpPr>
          <p:spPr>
            <a:xfrm>
              <a:off x="1438006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3"/>
            <p:cNvSpPr/>
            <p:nvPr/>
          </p:nvSpPr>
          <p:spPr>
            <a:xfrm>
              <a:off x="179611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3"/>
            <p:cNvSpPr/>
            <p:nvPr/>
          </p:nvSpPr>
          <p:spPr>
            <a:xfrm>
              <a:off x="2155123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3"/>
            <p:cNvSpPr/>
            <p:nvPr/>
          </p:nvSpPr>
          <p:spPr>
            <a:xfrm>
              <a:off x="2514126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3"/>
            <p:cNvSpPr/>
            <p:nvPr/>
          </p:nvSpPr>
          <p:spPr>
            <a:xfrm>
              <a:off x="2872239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3"/>
            <p:cNvSpPr/>
            <p:nvPr/>
          </p:nvSpPr>
          <p:spPr>
            <a:xfrm>
              <a:off x="3231242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3"/>
            <p:cNvSpPr/>
            <p:nvPr/>
          </p:nvSpPr>
          <p:spPr>
            <a:xfrm>
              <a:off x="359024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3"/>
            <p:cNvSpPr/>
            <p:nvPr/>
          </p:nvSpPr>
          <p:spPr>
            <a:xfrm>
              <a:off x="3948358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3"/>
            <p:cNvSpPr/>
            <p:nvPr/>
          </p:nvSpPr>
          <p:spPr>
            <a:xfrm>
              <a:off x="430736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3"/>
            <p:cNvSpPr/>
            <p:nvPr/>
          </p:nvSpPr>
          <p:spPr>
            <a:xfrm>
              <a:off x="4666365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3"/>
            <p:cNvSpPr/>
            <p:nvPr/>
          </p:nvSpPr>
          <p:spPr>
            <a:xfrm>
              <a:off x="502447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3"/>
            <p:cNvSpPr/>
            <p:nvPr/>
          </p:nvSpPr>
          <p:spPr>
            <a:xfrm>
              <a:off x="5383481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3"/>
            <p:cNvSpPr/>
            <p:nvPr/>
          </p:nvSpPr>
          <p:spPr>
            <a:xfrm>
              <a:off x="5742484" y="1028141"/>
              <a:ext cx="173647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3"/>
            <p:cNvSpPr/>
            <p:nvPr/>
          </p:nvSpPr>
          <p:spPr>
            <a:xfrm>
              <a:off x="6100597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3"/>
            <p:cNvSpPr/>
            <p:nvPr/>
          </p:nvSpPr>
          <p:spPr>
            <a:xfrm>
              <a:off x="64596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3"/>
            <p:cNvSpPr/>
            <p:nvPr/>
          </p:nvSpPr>
          <p:spPr>
            <a:xfrm>
              <a:off x="6818604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3"/>
            <p:cNvSpPr/>
            <p:nvPr/>
          </p:nvSpPr>
          <p:spPr>
            <a:xfrm>
              <a:off x="717671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3"/>
            <p:cNvSpPr/>
            <p:nvPr/>
          </p:nvSpPr>
          <p:spPr>
            <a:xfrm>
              <a:off x="753572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3"/>
            <p:cNvSpPr/>
            <p:nvPr/>
          </p:nvSpPr>
          <p:spPr>
            <a:xfrm>
              <a:off x="7894723" y="1028141"/>
              <a:ext cx="173648" cy="174528"/>
            </a:xfrm>
            <a:custGeom>
              <a:avLst/>
              <a:gdLst/>
              <a:ahLst/>
              <a:cxnLst/>
              <a:rect l="l" t="t" r="r" b="b"/>
              <a:pathLst>
                <a:path w="3900" h="3920" extrusionOk="0">
                  <a:moveTo>
                    <a:pt x="0" y="1"/>
                  </a:moveTo>
                  <a:lnTo>
                    <a:pt x="0" y="3920"/>
                  </a:lnTo>
                  <a:lnTo>
                    <a:pt x="3899" y="3920"/>
                  </a:lnTo>
                  <a:lnTo>
                    <a:pt x="3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3"/>
            <p:cNvSpPr/>
            <p:nvPr/>
          </p:nvSpPr>
          <p:spPr>
            <a:xfrm>
              <a:off x="8252836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3"/>
            <p:cNvSpPr/>
            <p:nvPr/>
          </p:nvSpPr>
          <p:spPr>
            <a:xfrm>
              <a:off x="720000" y="1028586"/>
              <a:ext cx="174538" cy="173638"/>
            </a:xfrm>
            <a:custGeom>
              <a:avLst/>
              <a:gdLst/>
              <a:ahLst/>
              <a:cxnLst/>
              <a:rect l="l" t="t" r="r" b="b"/>
              <a:pathLst>
                <a:path w="3920" h="3900" extrusionOk="0">
                  <a:moveTo>
                    <a:pt x="0" y="1"/>
                  </a:moveTo>
                  <a:lnTo>
                    <a:pt x="0" y="3900"/>
                  </a:lnTo>
                  <a:lnTo>
                    <a:pt x="3919" y="3900"/>
                  </a:lnTo>
                  <a:lnTo>
                    <a:pt x="3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54"/>
          <p:cNvSpPr/>
          <p:nvPr/>
        </p:nvSpPr>
        <p:spPr>
          <a:xfrm>
            <a:off x="720000" y="4526400"/>
            <a:ext cx="77040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6" name="Google Shape;2656;p54"/>
          <p:cNvGrpSpPr/>
          <p:nvPr/>
        </p:nvGrpSpPr>
        <p:grpSpPr>
          <a:xfrm>
            <a:off x="1113850" y="966219"/>
            <a:ext cx="6916318" cy="521715"/>
            <a:chOff x="1819787" y="1885769"/>
            <a:chExt cx="6916318" cy="521715"/>
          </a:xfrm>
        </p:grpSpPr>
        <p:grpSp>
          <p:nvGrpSpPr>
            <p:cNvPr id="2657" name="Google Shape;2657;p54"/>
            <p:cNvGrpSpPr/>
            <p:nvPr/>
          </p:nvGrpSpPr>
          <p:grpSpPr>
            <a:xfrm>
              <a:off x="3279382" y="1885769"/>
              <a:ext cx="695347" cy="521715"/>
              <a:chOff x="-1940500" y="150075"/>
              <a:chExt cx="390425" cy="292950"/>
            </a:xfrm>
          </p:grpSpPr>
          <p:sp>
            <p:nvSpPr>
              <p:cNvPr id="2658" name="Google Shape;2658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2" name="Google Shape;2662;p54"/>
            <p:cNvGrpSpPr/>
            <p:nvPr/>
          </p:nvGrpSpPr>
          <p:grpSpPr>
            <a:xfrm>
              <a:off x="4009180" y="1885769"/>
              <a:ext cx="695347" cy="521715"/>
              <a:chOff x="-1940500" y="150075"/>
              <a:chExt cx="390425" cy="292950"/>
            </a:xfrm>
          </p:grpSpPr>
          <p:sp>
            <p:nvSpPr>
              <p:cNvPr id="2663" name="Google Shape;2663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7" name="Google Shape;2667;p54"/>
            <p:cNvGrpSpPr/>
            <p:nvPr/>
          </p:nvGrpSpPr>
          <p:grpSpPr>
            <a:xfrm>
              <a:off x="4738977" y="1885769"/>
              <a:ext cx="695347" cy="521715"/>
              <a:chOff x="-1940500" y="150075"/>
              <a:chExt cx="390425" cy="292950"/>
            </a:xfrm>
          </p:grpSpPr>
          <p:sp>
            <p:nvSpPr>
              <p:cNvPr id="2668" name="Google Shape;2668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2" name="Google Shape;2672;p54"/>
            <p:cNvGrpSpPr/>
            <p:nvPr/>
          </p:nvGrpSpPr>
          <p:grpSpPr>
            <a:xfrm>
              <a:off x="5468775" y="1885769"/>
              <a:ext cx="695347" cy="521715"/>
              <a:chOff x="-1940500" y="150075"/>
              <a:chExt cx="390425" cy="292950"/>
            </a:xfrm>
          </p:grpSpPr>
          <p:sp>
            <p:nvSpPr>
              <p:cNvPr id="2673" name="Google Shape;2673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7" name="Google Shape;2677;p54"/>
            <p:cNvGrpSpPr/>
            <p:nvPr/>
          </p:nvGrpSpPr>
          <p:grpSpPr>
            <a:xfrm>
              <a:off x="6198572" y="1885769"/>
              <a:ext cx="695347" cy="521715"/>
              <a:chOff x="-1940500" y="150075"/>
              <a:chExt cx="390425" cy="292950"/>
            </a:xfrm>
          </p:grpSpPr>
          <p:sp>
            <p:nvSpPr>
              <p:cNvPr id="2678" name="Google Shape;2678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2" name="Google Shape;2682;p54"/>
            <p:cNvGrpSpPr/>
            <p:nvPr/>
          </p:nvGrpSpPr>
          <p:grpSpPr>
            <a:xfrm>
              <a:off x="6928370" y="1885769"/>
              <a:ext cx="695347" cy="521715"/>
              <a:chOff x="-1940500" y="150075"/>
              <a:chExt cx="390425" cy="292950"/>
            </a:xfrm>
          </p:grpSpPr>
          <p:sp>
            <p:nvSpPr>
              <p:cNvPr id="2683" name="Google Shape;2683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7" name="Google Shape;2687;p54"/>
            <p:cNvGrpSpPr/>
            <p:nvPr/>
          </p:nvGrpSpPr>
          <p:grpSpPr>
            <a:xfrm>
              <a:off x="7658167" y="1885769"/>
              <a:ext cx="695347" cy="521715"/>
              <a:chOff x="-1940500" y="150075"/>
              <a:chExt cx="390425" cy="292950"/>
            </a:xfrm>
          </p:grpSpPr>
          <p:sp>
            <p:nvSpPr>
              <p:cNvPr id="2688" name="Google Shape;2688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2" name="Google Shape;2692;p54"/>
            <p:cNvGrpSpPr/>
            <p:nvPr/>
          </p:nvGrpSpPr>
          <p:grpSpPr>
            <a:xfrm>
              <a:off x="8387965" y="1885769"/>
              <a:ext cx="348141" cy="347231"/>
              <a:chOff x="-1940500" y="150075"/>
              <a:chExt cx="195475" cy="194975"/>
            </a:xfrm>
          </p:grpSpPr>
          <p:sp>
            <p:nvSpPr>
              <p:cNvPr id="2693" name="Google Shape;2693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5" name="Google Shape;2695;p54"/>
            <p:cNvGrpSpPr/>
            <p:nvPr/>
          </p:nvGrpSpPr>
          <p:grpSpPr>
            <a:xfrm>
              <a:off x="2549585" y="1885769"/>
              <a:ext cx="695347" cy="521715"/>
              <a:chOff x="-1940500" y="150075"/>
              <a:chExt cx="390425" cy="292950"/>
            </a:xfrm>
          </p:grpSpPr>
          <p:sp>
            <p:nvSpPr>
              <p:cNvPr id="2696" name="Google Shape;2696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0" name="Google Shape;2700;p54"/>
            <p:cNvGrpSpPr/>
            <p:nvPr/>
          </p:nvGrpSpPr>
          <p:grpSpPr>
            <a:xfrm>
              <a:off x="1819787" y="1885769"/>
              <a:ext cx="695347" cy="521715"/>
              <a:chOff x="-1940500" y="150075"/>
              <a:chExt cx="390425" cy="292950"/>
            </a:xfrm>
          </p:grpSpPr>
          <p:sp>
            <p:nvSpPr>
              <p:cNvPr id="2701" name="Google Shape;2701;p54"/>
              <p:cNvSpPr/>
              <p:nvPr/>
            </p:nvSpPr>
            <p:spPr>
              <a:xfrm>
                <a:off x="-1647575" y="247550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54"/>
              <p:cNvSpPr/>
              <p:nvPr/>
            </p:nvSpPr>
            <p:spPr>
              <a:xfrm>
                <a:off x="-1940500" y="150075"/>
                <a:ext cx="975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899" y="390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54"/>
              <p:cNvSpPr/>
              <p:nvPr/>
            </p:nvSpPr>
            <p:spPr>
              <a:xfrm>
                <a:off x="-1745050" y="345025"/>
                <a:ext cx="97500" cy="98000"/>
              </a:xfrm>
              <a:custGeom>
                <a:avLst/>
                <a:gdLst/>
                <a:ahLst/>
                <a:cxnLst/>
                <a:rect l="l" t="t" r="r" b="b"/>
                <a:pathLst>
                  <a:path w="3900" h="3920" extrusionOk="0">
                    <a:moveTo>
                      <a:pt x="0" y="1"/>
                    </a:moveTo>
                    <a:lnTo>
                      <a:pt x="0" y="3920"/>
                    </a:lnTo>
                    <a:lnTo>
                      <a:pt x="3899" y="3920"/>
                    </a:lnTo>
                    <a:lnTo>
                      <a:pt x="38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54"/>
              <p:cNvSpPr/>
              <p:nvPr/>
            </p:nvSpPr>
            <p:spPr>
              <a:xfrm>
                <a:off x="-1843025" y="247550"/>
                <a:ext cx="9800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3900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3919" y="3900"/>
                    </a:lnTo>
                    <a:lnTo>
                      <a:pt x="39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05" name="Google Shape;2705;p54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_1_1_1"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7" name="Google Shape;2707;p55"/>
          <p:cNvGrpSpPr/>
          <p:nvPr/>
        </p:nvGrpSpPr>
        <p:grpSpPr>
          <a:xfrm>
            <a:off x="723113" y="994675"/>
            <a:ext cx="648875" cy="173400"/>
            <a:chOff x="732100" y="770550"/>
            <a:chExt cx="648875" cy="173400"/>
          </a:xfrm>
        </p:grpSpPr>
        <p:sp>
          <p:nvSpPr>
            <p:cNvPr id="2708" name="Google Shape;2708;p55"/>
            <p:cNvSpPr/>
            <p:nvPr/>
          </p:nvSpPr>
          <p:spPr>
            <a:xfrm>
              <a:off x="732100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5"/>
            <p:cNvSpPr/>
            <p:nvPr/>
          </p:nvSpPr>
          <p:spPr>
            <a:xfrm>
              <a:off x="1207275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5"/>
            <p:cNvSpPr/>
            <p:nvPr/>
          </p:nvSpPr>
          <p:spPr>
            <a:xfrm>
              <a:off x="969688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1" name="Google Shape;2711;p55"/>
          <p:cNvGrpSpPr/>
          <p:nvPr/>
        </p:nvGrpSpPr>
        <p:grpSpPr>
          <a:xfrm flipH="1">
            <a:off x="726063" y="4430100"/>
            <a:ext cx="7691875" cy="173400"/>
            <a:chOff x="732100" y="770550"/>
            <a:chExt cx="7691875" cy="173400"/>
          </a:xfrm>
        </p:grpSpPr>
        <p:sp>
          <p:nvSpPr>
            <p:cNvPr id="2712" name="Google Shape;2712;p55"/>
            <p:cNvSpPr/>
            <p:nvPr/>
          </p:nvSpPr>
          <p:spPr>
            <a:xfrm>
              <a:off x="1470575" y="861050"/>
              <a:ext cx="6953400" cy="77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3" name="Google Shape;2713;p55"/>
            <p:cNvGrpSpPr/>
            <p:nvPr/>
          </p:nvGrpSpPr>
          <p:grpSpPr>
            <a:xfrm>
              <a:off x="732100" y="770550"/>
              <a:ext cx="648875" cy="173400"/>
              <a:chOff x="732100" y="770550"/>
              <a:chExt cx="648875" cy="173400"/>
            </a:xfrm>
          </p:grpSpPr>
          <p:sp>
            <p:nvSpPr>
              <p:cNvPr id="2714" name="Google Shape;2714;p55"/>
              <p:cNvSpPr/>
              <p:nvPr/>
            </p:nvSpPr>
            <p:spPr>
              <a:xfrm>
                <a:off x="732100" y="770550"/>
                <a:ext cx="173700" cy="173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55"/>
              <p:cNvSpPr/>
              <p:nvPr/>
            </p:nvSpPr>
            <p:spPr>
              <a:xfrm>
                <a:off x="1207275" y="770550"/>
                <a:ext cx="173700" cy="173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5"/>
              <p:cNvSpPr/>
              <p:nvPr/>
            </p:nvSpPr>
            <p:spPr>
              <a:xfrm>
                <a:off x="969688" y="770550"/>
                <a:ext cx="173700" cy="173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17" name="Google Shape;2717;p55"/>
          <p:cNvGrpSpPr/>
          <p:nvPr/>
        </p:nvGrpSpPr>
        <p:grpSpPr>
          <a:xfrm>
            <a:off x="7779731" y="994675"/>
            <a:ext cx="648875" cy="173400"/>
            <a:chOff x="732100" y="770550"/>
            <a:chExt cx="648875" cy="173400"/>
          </a:xfrm>
        </p:grpSpPr>
        <p:sp>
          <p:nvSpPr>
            <p:cNvPr id="2718" name="Google Shape;2718;p55"/>
            <p:cNvSpPr/>
            <p:nvPr/>
          </p:nvSpPr>
          <p:spPr>
            <a:xfrm>
              <a:off x="732100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5"/>
            <p:cNvSpPr/>
            <p:nvPr/>
          </p:nvSpPr>
          <p:spPr>
            <a:xfrm>
              <a:off x="1207275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5"/>
            <p:cNvSpPr/>
            <p:nvPr/>
          </p:nvSpPr>
          <p:spPr>
            <a:xfrm>
              <a:off x="969688" y="770550"/>
              <a:ext cx="173700" cy="17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1" name="Google Shape;2721;p55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CUSTOM_10_1_1_1_1_1">
    <p:spTree>
      <p:nvGrpSpPr>
        <p:cNvPr id="1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8" name="Google Shape;2748;p57"/>
          <p:cNvGrpSpPr/>
          <p:nvPr/>
        </p:nvGrpSpPr>
        <p:grpSpPr>
          <a:xfrm>
            <a:off x="723667" y="1065600"/>
            <a:ext cx="7702836" cy="315162"/>
            <a:chOff x="723667" y="1065600"/>
            <a:chExt cx="7702836" cy="315162"/>
          </a:xfrm>
        </p:grpSpPr>
        <p:sp>
          <p:nvSpPr>
            <p:cNvPr id="2749" name="Google Shape;2749;p57"/>
            <p:cNvSpPr/>
            <p:nvPr/>
          </p:nvSpPr>
          <p:spPr>
            <a:xfrm>
              <a:off x="723667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7"/>
            <p:cNvSpPr/>
            <p:nvPr/>
          </p:nvSpPr>
          <p:spPr>
            <a:xfrm>
              <a:off x="910487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7"/>
            <p:cNvSpPr/>
            <p:nvPr/>
          </p:nvSpPr>
          <p:spPr>
            <a:xfrm>
              <a:off x="1097307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1284150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1470947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1657813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1847392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2034212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2221032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407875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6584818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6771638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6958481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7145278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332144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7521723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7"/>
            <p:cNvSpPr/>
            <p:nvPr/>
          </p:nvSpPr>
          <p:spPr>
            <a:xfrm>
              <a:off x="7708543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7"/>
            <p:cNvSpPr/>
            <p:nvPr/>
          </p:nvSpPr>
          <p:spPr>
            <a:xfrm>
              <a:off x="7895363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8082206" y="1223262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8269003" y="106560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9" name="Google Shape;2769;p57"/>
          <p:cNvGrpSpPr/>
          <p:nvPr/>
        </p:nvGrpSpPr>
        <p:grpSpPr>
          <a:xfrm>
            <a:off x="723667" y="4284987"/>
            <a:ext cx="7702836" cy="315162"/>
            <a:chOff x="723667" y="4284987"/>
            <a:chExt cx="7702836" cy="315162"/>
          </a:xfrm>
        </p:grpSpPr>
        <p:sp>
          <p:nvSpPr>
            <p:cNvPr id="2770" name="Google Shape;2770;p57"/>
            <p:cNvSpPr/>
            <p:nvPr/>
          </p:nvSpPr>
          <p:spPr>
            <a:xfrm>
              <a:off x="723667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910487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7"/>
            <p:cNvSpPr/>
            <p:nvPr/>
          </p:nvSpPr>
          <p:spPr>
            <a:xfrm>
              <a:off x="1097307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7"/>
            <p:cNvSpPr/>
            <p:nvPr/>
          </p:nvSpPr>
          <p:spPr>
            <a:xfrm>
              <a:off x="1284150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7"/>
            <p:cNvSpPr/>
            <p:nvPr/>
          </p:nvSpPr>
          <p:spPr>
            <a:xfrm>
              <a:off x="1470947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7"/>
            <p:cNvSpPr/>
            <p:nvPr/>
          </p:nvSpPr>
          <p:spPr>
            <a:xfrm>
              <a:off x="1657813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7"/>
            <p:cNvSpPr/>
            <p:nvPr/>
          </p:nvSpPr>
          <p:spPr>
            <a:xfrm>
              <a:off x="1847392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7"/>
            <p:cNvSpPr/>
            <p:nvPr/>
          </p:nvSpPr>
          <p:spPr>
            <a:xfrm>
              <a:off x="2034212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7"/>
            <p:cNvSpPr/>
            <p:nvPr/>
          </p:nvSpPr>
          <p:spPr>
            <a:xfrm>
              <a:off x="2221032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7"/>
            <p:cNvSpPr/>
            <p:nvPr/>
          </p:nvSpPr>
          <p:spPr>
            <a:xfrm>
              <a:off x="2407875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7"/>
            <p:cNvSpPr/>
            <p:nvPr/>
          </p:nvSpPr>
          <p:spPr>
            <a:xfrm>
              <a:off x="6584818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7"/>
            <p:cNvSpPr/>
            <p:nvPr/>
          </p:nvSpPr>
          <p:spPr>
            <a:xfrm>
              <a:off x="6771638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7"/>
            <p:cNvSpPr/>
            <p:nvPr/>
          </p:nvSpPr>
          <p:spPr>
            <a:xfrm>
              <a:off x="6958481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7"/>
            <p:cNvSpPr/>
            <p:nvPr/>
          </p:nvSpPr>
          <p:spPr>
            <a:xfrm>
              <a:off x="7145278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7"/>
            <p:cNvSpPr/>
            <p:nvPr/>
          </p:nvSpPr>
          <p:spPr>
            <a:xfrm>
              <a:off x="7332144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7"/>
            <p:cNvSpPr/>
            <p:nvPr/>
          </p:nvSpPr>
          <p:spPr>
            <a:xfrm>
              <a:off x="7521723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7"/>
            <p:cNvSpPr/>
            <p:nvPr/>
          </p:nvSpPr>
          <p:spPr>
            <a:xfrm>
              <a:off x="7708543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7"/>
            <p:cNvSpPr/>
            <p:nvPr/>
          </p:nvSpPr>
          <p:spPr>
            <a:xfrm>
              <a:off x="7895363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7"/>
            <p:cNvSpPr/>
            <p:nvPr/>
          </p:nvSpPr>
          <p:spPr>
            <a:xfrm>
              <a:off x="8082206" y="4442650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7"/>
            <p:cNvSpPr/>
            <p:nvPr/>
          </p:nvSpPr>
          <p:spPr>
            <a:xfrm>
              <a:off x="8269003" y="4284987"/>
              <a:ext cx="157500" cy="15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0" name="Google Shape;2790;p57"/>
          <p:cNvSpPr/>
          <p:nvPr/>
        </p:nvSpPr>
        <p:spPr>
          <a:xfrm>
            <a:off x="720100" y="541775"/>
            <a:ext cx="7704000" cy="3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ess Start 2P"/>
              <a:buNone/>
              <a:defRPr sz="20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rbitron"/>
              <a:buChar char="●"/>
              <a:defRPr sz="18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○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■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●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○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■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●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○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■"/>
              <a:defRPr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0" r:id="rId4"/>
    <p:sldLayoutId id="2147483662" r:id="rId5"/>
    <p:sldLayoutId id="2147483668" r:id="rId6"/>
    <p:sldLayoutId id="2147483670" r:id="rId7"/>
    <p:sldLayoutId id="2147483682" r:id="rId8"/>
    <p:sldLayoutId id="2147483698" r:id="rId9"/>
    <p:sldLayoutId id="2147483699" r:id="rId10"/>
    <p:sldLayoutId id="2147483700" r:id="rId11"/>
    <p:sldLayoutId id="2147483701" r:id="rId12"/>
    <p:sldLayoutId id="214748370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60"/>
          <p:cNvSpPr txBox="1">
            <a:spLocks noGrp="1"/>
          </p:cNvSpPr>
          <p:nvPr>
            <p:ph type="ctrTitle"/>
          </p:nvPr>
        </p:nvSpPr>
        <p:spPr>
          <a:xfrm>
            <a:off x="729625" y="1374175"/>
            <a:ext cx="77040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 smtClean="0"/>
              <a:t>TEMPLEOS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1800" dirty="0" smtClean="0"/>
              <a:t>НЕОБЫЧНАЯ </a:t>
            </a:r>
            <a:r>
              <a:rPr lang="ru-RU" sz="1800" dirty="0"/>
              <a:t>ОПЕРАЦИОННАЯ СИСТЕМА</a:t>
            </a:r>
            <a:br>
              <a:rPr lang="ru-RU" sz="1800" dirty="0"/>
            </a:br>
            <a:r>
              <a:rPr lang="ru-RU" sz="1800" dirty="0"/>
              <a:t>ОДНОГО ЧЕЛОВЕКА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2800" name="Google Shape;2800;p60"/>
          <p:cNvSpPr txBox="1">
            <a:spLocks noGrp="1"/>
          </p:cNvSpPr>
          <p:nvPr>
            <p:ph type="subTitle" idx="1"/>
          </p:nvPr>
        </p:nvSpPr>
        <p:spPr>
          <a:xfrm>
            <a:off x="729625" y="3598239"/>
            <a:ext cx="7704000" cy="412929"/>
          </a:xfrm>
          <a:prstGeom prst="rect">
            <a:avLst/>
          </a:prstGeom>
        </p:spPr>
        <p:txBody>
          <a:bodyPr spcFirstLastPara="1" wrap="square" lIns="91425" tIns="54000" rIns="91425" bIns="54000" anchor="t" anchorCtr="0">
            <a:noAutofit/>
          </a:bodyPr>
          <a:lstStyle/>
          <a:p>
            <a:pPr marL="0" lvl="0" indent="0"/>
            <a:r>
              <a:rPr lang="ru-RU" sz="2000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NSimSun" panose="02010609030101010101" pitchFamily="49" charset="-122"/>
              </a:rPr>
              <a:t>Терри </a:t>
            </a:r>
            <a:r>
              <a:rPr lang="ru-RU" sz="20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NSimSun" panose="02010609030101010101" pitchFamily="49" charset="-122"/>
              </a:rPr>
              <a:t>А. Дэвис</a:t>
            </a:r>
            <a:endParaRPr lang="ru-RU" sz="2000" dirty="0" smtClean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tka Small Semibold" pitchFamily="2" charset="0"/>
              <a:ea typeface="NSimSun" panose="02010609030101010101" pitchFamily="49" charset="-12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972"/>
            <a:ext cx="1645920" cy="195453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371851" y="693662"/>
            <a:ext cx="6134196" cy="524823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solidFill>
            <a:srgbClr val="5CD5D5"/>
          </a:solidFill>
        </p:spPr>
        <p:txBody>
          <a:bodyPr/>
          <a:lstStyle/>
          <a:p>
            <a:r>
              <a:rPr lang="ru-RU" dirty="0"/>
              <a:t>ИСТОРИЯ СОЗДАНИЯ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4"/>
          </p:nvPr>
        </p:nvSpPr>
        <p:spPr>
          <a:xfrm>
            <a:off x="720000" y="3739788"/>
            <a:ext cx="3091908" cy="1197030"/>
          </a:xfrm>
          <a:solidFill>
            <a:srgbClr val="5CD5D5"/>
          </a:solidFill>
        </p:spPr>
        <p:txBody>
          <a:bodyPr/>
          <a:lstStyle/>
          <a:p>
            <a:pPr marL="114300" indent="0">
              <a:buNone/>
            </a:pPr>
            <a:r>
              <a:rPr lang="ru-RU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Терри Дэвис 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— автор </a:t>
            </a:r>
            <a:r>
              <a:rPr lang="ru-RU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проекта</a:t>
            </a:r>
          </a:p>
          <a:p>
            <a:pPr marL="114300" indent="0">
              <a:buNone/>
            </a:pP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1990-е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 — </a:t>
            </a:r>
            <a:r>
              <a:rPr lang="ru-RU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начало разработки</a:t>
            </a:r>
          </a:p>
          <a:p>
            <a:pPr marL="114300" indent="0" algn="just">
              <a:buNone/>
            </a:pP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2013</a:t>
            </a:r>
            <a:r>
              <a: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  <a:ea typeface="Cascadia Mono" panose="020B0609020000020004" pitchFamily="49" charset="0"/>
                <a:cs typeface="Cascadia Mono" panose="020B0609020000020004" pitchFamily="49" charset="0"/>
              </a:rPr>
              <a:t> — появляется название </a:t>
            </a:r>
            <a:r>
              <a:rPr lang="en-U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rbitron" panose="020B0604020202020204" charset="0"/>
                <a:ea typeface="Cascadia Mono" panose="020B0609020000020004" pitchFamily="49" charset="0"/>
                <a:cs typeface="Cascadia Mono" panose="020B0609020000020004" pitchFamily="49" charset="0"/>
              </a:rPr>
              <a:t>TempleOS</a:t>
            </a:r>
            <a:endParaRPr lang="ru-RU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tka Small Semibold" pitchFamily="2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0" y="1094500"/>
            <a:ext cx="4837358" cy="38820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94500"/>
            <a:ext cx="2570341" cy="2484388"/>
          </a:xfrm>
          <a:prstGeom prst="rect">
            <a:avLst/>
          </a:prstGeom>
        </p:spPr>
      </p:pic>
      <p:grpSp>
        <p:nvGrpSpPr>
          <p:cNvPr id="14" name="Google Shape;6309;p120"/>
          <p:cNvGrpSpPr/>
          <p:nvPr/>
        </p:nvGrpSpPr>
        <p:grpSpPr>
          <a:xfrm>
            <a:off x="157759" y="540001"/>
            <a:ext cx="451842" cy="313818"/>
            <a:chOff x="1190625" y="238125"/>
            <a:chExt cx="5219200" cy="5219200"/>
          </a:xfrm>
        </p:grpSpPr>
        <p:sp>
          <p:nvSpPr>
            <p:cNvPr id="15" name="Google Shape;6310;p120"/>
            <p:cNvSpPr/>
            <p:nvPr/>
          </p:nvSpPr>
          <p:spPr>
            <a:xfrm>
              <a:off x="1871550" y="3301925"/>
              <a:ext cx="1134375" cy="1474450"/>
            </a:xfrm>
            <a:custGeom>
              <a:avLst/>
              <a:gdLst/>
              <a:ahLst/>
              <a:cxnLst/>
              <a:rect l="l" t="t" r="r" b="b"/>
              <a:pathLst>
                <a:path w="45375" h="58978" extrusionOk="0">
                  <a:moveTo>
                    <a:pt x="1" y="1"/>
                  </a:moveTo>
                  <a:lnTo>
                    <a:pt x="1" y="58978"/>
                  </a:lnTo>
                  <a:lnTo>
                    <a:pt x="45375" y="58978"/>
                  </a:lnTo>
                  <a:lnTo>
                    <a:pt x="453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311;p120"/>
            <p:cNvSpPr/>
            <p:nvPr/>
          </p:nvSpPr>
          <p:spPr>
            <a:xfrm>
              <a:off x="3460150" y="1826700"/>
              <a:ext cx="1134375" cy="2949675"/>
            </a:xfrm>
            <a:custGeom>
              <a:avLst/>
              <a:gdLst/>
              <a:ahLst/>
              <a:cxnLst/>
              <a:rect l="l" t="t" r="r" b="b"/>
              <a:pathLst>
                <a:path w="45375" h="117987" extrusionOk="0">
                  <a:moveTo>
                    <a:pt x="0" y="0"/>
                  </a:moveTo>
                  <a:lnTo>
                    <a:pt x="0" y="117987"/>
                  </a:lnTo>
                  <a:lnTo>
                    <a:pt x="45374" y="117987"/>
                  </a:lnTo>
                  <a:lnTo>
                    <a:pt x="45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312;p120"/>
            <p:cNvSpPr/>
            <p:nvPr/>
          </p:nvSpPr>
          <p:spPr>
            <a:xfrm>
              <a:off x="5047900" y="578175"/>
              <a:ext cx="1135200" cy="4198200"/>
            </a:xfrm>
            <a:custGeom>
              <a:avLst/>
              <a:gdLst/>
              <a:ahLst/>
              <a:cxnLst/>
              <a:rect l="l" t="t" r="r" b="b"/>
              <a:pathLst>
                <a:path w="45408" h="167928" extrusionOk="0">
                  <a:moveTo>
                    <a:pt x="1" y="0"/>
                  </a:moveTo>
                  <a:lnTo>
                    <a:pt x="1" y="167928"/>
                  </a:lnTo>
                  <a:lnTo>
                    <a:pt x="45408" y="167928"/>
                  </a:lnTo>
                  <a:lnTo>
                    <a:pt x="45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313;p120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0" y="0"/>
                  </a:moveTo>
                  <a:lnTo>
                    <a:pt x="0" y="195165"/>
                  </a:lnTo>
                  <a:lnTo>
                    <a:pt x="0" y="208767"/>
                  </a:lnTo>
                  <a:lnTo>
                    <a:pt x="208767" y="208767"/>
                  </a:lnTo>
                  <a:lnTo>
                    <a:pt x="208767" y="195165"/>
                  </a:lnTo>
                  <a:lnTo>
                    <a:pt x="13602" y="195165"/>
                  </a:lnTo>
                  <a:lnTo>
                    <a:pt x="136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314;p120"/>
            <p:cNvSpPr/>
            <p:nvPr/>
          </p:nvSpPr>
          <p:spPr>
            <a:xfrm>
              <a:off x="5047900" y="578175"/>
              <a:ext cx="1135200" cy="4198200"/>
            </a:xfrm>
            <a:custGeom>
              <a:avLst/>
              <a:gdLst/>
              <a:ahLst/>
              <a:cxnLst/>
              <a:rect l="l" t="t" r="r" b="b"/>
              <a:pathLst>
                <a:path w="45408" h="167928" extrusionOk="0">
                  <a:moveTo>
                    <a:pt x="31773" y="13636"/>
                  </a:moveTo>
                  <a:lnTo>
                    <a:pt x="31773" y="154325"/>
                  </a:lnTo>
                  <a:lnTo>
                    <a:pt x="13636" y="154325"/>
                  </a:lnTo>
                  <a:lnTo>
                    <a:pt x="13636" y="13636"/>
                  </a:lnTo>
                  <a:close/>
                  <a:moveTo>
                    <a:pt x="1" y="0"/>
                  </a:moveTo>
                  <a:lnTo>
                    <a:pt x="1" y="13636"/>
                  </a:lnTo>
                  <a:lnTo>
                    <a:pt x="1" y="154325"/>
                  </a:lnTo>
                  <a:lnTo>
                    <a:pt x="1" y="167928"/>
                  </a:lnTo>
                  <a:lnTo>
                    <a:pt x="45408" y="167928"/>
                  </a:lnTo>
                  <a:lnTo>
                    <a:pt x="454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315;p120"/>
            <p:cNvSpPr/>
            <p:nvPr/>
          </p:nvSpPr>
          <p:spPr>
            <a:xfrm>
              <a:off x="3460150" y="1826700"/>
              <a:ext cx="1134375" cy="2949675"/>
            </a:xfrm>
            <a:custGeom>
              <a:avLst/>
              <a:gdLst/>
              <a:ahLst/>
              <a:cxnLst/>
              <a:rect l="l" t="t" r="r" b="b"/>
              <a:pathLst>
                <a:path w="45375" h="117987" extrusionOk="0">
                  <a:moveTo>
                    <a:pt x="31772" y="13603"/>
                  </a:moveTo>
                  <a:lnTo>
                    <a:pt x="31772" y="104384"/>
                  </a:lnTo>
                  <a:lnTo>
                    <a:pt x="13603" y="104384"/>
                  </a:lnTo>
                  <a:lnTo>
                    <a:pt x="13603" y="13603"/>
                  </a:lnTo>
                  <a:close/>
                  <a:moveTo>
                    <a:pt x="0" y="0"/>
                  </a:moveTo>
                  <a:lnTo>
                    <a:pt x="0" y="13603"/>
                  </a:lnTo>
                  <a:lnTo>
                    <a:pt x="0" y="104384"/>
                  </a:lnTo>
                  <a:lnTo>
                    <a:pt x="0" y="117987"/>
                  </a:lnTo>
                  <a:lnTo>
                    <a:pt x="45374" y="117987"/>
                  </a:lnTo>
                  <a:lnTo>
                    <a:pt x="453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316;p120"/>
            <p:cNvSpPr/>
            <p:nvPr/>
          </p:nvSpPr>
          <p:spPr>
            <a:xfrm>
              <a:off x="1871550" y="3301925"/>
              <a:ext cx="1134375" cy="1474450"/>
            </a:xfrm>
            <a:custGeom>
              <a:avLst/>
              <a:gdLst/>
              <a:ahLst/>
              <a:cxnLst/>
              <a:rect l="l" t="t" r="r" b="b"/>
              <a:pathLst>
                <a:path w="45375" h="58978" extrusionOk="0">
                  <a:moveTo>
                    <a:pt x="31772" y="13603"/>
                  </a:moveTo>
                  <a:lnTo>
                    <a:pt x="31772" y="45375"/>
                  </a:lnTo>
                  <a:lnTo>
                    <a:pt x="13603" y="45375"/>
                  </a:lnTo>
                  <a:lnTo>
                    <a:pt x="13603" y="13603"/>
                  </a:lnTo>
                  <a:close/>
                  <a:moveTo>
                    <a:pt x="1" y="1"/>
                  </a:moveTo>
                  <a:lnTo>
                    <a:pt x="1" y="13603"/>
                  </a:lnTo>
                  <a:lnTo>
                    <a:pt x="1" y="45375"/>
                  </a:lnTo>
                  <a:lnTo>
                    <a:pt x="1" y="58978"/>
                  </a:lnTo>
                  <a:lnTo>
                    <a:pt x="45375" y="58978"/>
                  </a:lnTo>
                  <a:lnTo>
                    <a:pt x="453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6309;p120"/>
          <p:cNvGrpSpPr/>
          <p:nvPr/>
        </p:nvGrpSpPr>
        <p:grpSpPr>
          <a:xfrm>
            <a:off x="8539350" y="635518"/>
            <a:ext cx="451842" cy="313818"/>
            <a:chOff x="1190625" y="238125"/>
            <a:chExt cx="5219200" cy="5219200"/>
          </a:xfrm>
        </p:grpSpPr>
        <p:sp>
          <p:nvSpPr>
            <p:cNvPr id="28" name="Google Shape;6310;p120"/>
            <p:cNvSpPr/>
            <p:nvPr/>
          </p:nvSpPr>
          <p:spPr>
            <a:xfrm>
              <a:off x="1871550" y="3301925"/>
              <a:ext cx="1134375" cy="1474450"/>
            </a:xfrm>
            <a:custGeom>
              <a:avLst/>
              <a:gdLst/>
              <a:ahLst/>
              <a:cxnLst/>
              <a:rect l="l" t="t" r="r" b="b"/>
              <a:pathLst>
                <a:path w="45375" h="58978" extrusionOk="0">
                  <a:moveTo>
                    <a:pt x="1" y="1"/>
                  </a:moveTo>
                  <a:lnTo>
                    <a:pt x="1" y="58978"/>
                  </a:lnTo>
                  <a:lnTo>
                    <a:pt x="45375" y="58978"/>
                  </a:lnTo>
                  <a:lnTo>
                    <a:pt x="453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311;p120"/>
            <p:cNvSpPr/>
            <p:nvPr/>
          </p:nvSpPr>
          <p:spPr>
            <a:xfrm>
              <a:off x="3460150" y="1826700"/>
              <a:ext cx="1134375" cy="2949675"/>
            </a:xfrm>
            <a:custGeom>
              <a:avLst/>
              <a:gdLst/>
              <a:ahLst/>
              <a:cxnLst/>
              <a:rect l="l" t="t" r="r" b="b"/>
              <a:pathLst>
                <a:path w="45375" h="117987" extrusionOk="0">
                  <a:moveTo>
                    <a:pt x="0" y="0"/>
                  </a:moveTo>
                  <a:lnTo>
                    <a:pt x="0" y="117987"/>
                  </a:lnTo>
                  <a:lnTo>
                    <a:pt x="45374" y="117987"/>
                  </a:lnTo>
                  <a:lnTo>
                    <a:pt x="45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312;p120"/>
            <p:cNvSpPr/>
            <p:nvPr/>
          </p:nvSpPr>
          <p:spPr>
            <a:xfrm>
              <a:off x="5047900" y="578175"/>
              <a:ext cx="1135200" cy="4198200"/>
            </a:xfrm>
            <a:custGeom>
              <a:avLst/>
              <a:gdLst/>
              <a:ahLst/>
              <a:cxnLst/>
              <a:rect l="l" t="t" r="r" b="b"/>
              <a:pathLst>
                <a:path w="45408" h="167928" extrusionOk="0">
                  <a:moveTo>
                    <a:pt x="1" y="0"/>
                  </a:moveTo>
                  <a:lnTo>
                    <a:pt x="1" y="167928"/>
                  </a:lnTo>
                  <a:lnTo>
                    <a:pt x="45408" y="167928"/>
                  </a:lnTo>
                  <a:lnTo>
                    <a:pt x="45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13;p120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0" y="0"/>
                  </a:moveTo>
                  <a:lnTo>
                    <a:pt x="0" y="195165"/>
                  </a:lnTo>
                  <a:lnTo>
                    <a:pt x="0" y="208767"/>
                  </a:lnTo>
                  <a:lnTo>
                    <a:pt x="208767" y="208767"/>
                  </a:lnTo>
                  <a:lnTo>
                    <a:pt x="208767" y="195165"/>
                  </a:lnTo>
                  <a:lnTo>
                    <a:pt x="13602" y="195165"/>
                  </a:lnTo>
                  <a:lnTo>
                    <a:pt x="136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314;p120"/>
            <p:cNvSpPr/>
            <p:nvPr/>
          </p:nvSpPr>
          <p:spPr>
            <a:xfrm>
              <a:off x="5047900" y="578175"/>
              <a:ext cx="1135200" cy="4198200"/>
            </a:xfrm>
            <a:custGeom>
              <a:avLst/>
              <a:gdLst/>
              <a:ahLst/>
              <a:cxnLst/>
              <a:rect l="l" t="t" r="r" b="b"/>
              <a:pathLst>
                <a:path w="45408" h="167928" extrusionOk="0">
                  <a:moveTo>
                    <a:pt x="31773" y="13636"/>
                  </a:moveTo>
                  <a:lnTo>
                    <a:pt x="31773" y="154325"/>
                  </a:lnTo>
                  <a:lnTo>
                    <a:pt x="13636" y="154325"/>
                  </a:lnTo>
                  <a:lnTo>
                    <a:pt x="13636" y="13636"/>
                  </a:lnTo>
                  <a:close/>
                  <a:moveTo>
                    <a:pt x="1" y="0"/>
                  </a:moveTo>
                  <a:lnTo>
                    <a:pt x="1" y="13636"/>
                  </a:lnTo>
                  <a:lnTo>
                    <a:pt x="1" y="154325"/>
                  </a:lnTo>
                  <a:lnTo>
                    <a:pt x="1" y="167928"/>
                  </a:lnTo>
                  <a:lnTo>
                    <a:pt x="45408" y="167928"/>
                  </a:lnTo>
                  <a:lnTo>
                    <a:pt x="454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315;p120"/>
            <p:cNvSpPr/>
            <p:nvPr/>
          </p:nvSpPr>
          <p:spPr>
            <a:xfrm>
              <a:off x="3460150" y="1826700"/>
              <a:ext cx="1134375" cy="2949675"/>
            </a:xfrm>
            <a:custGeom>
              <a:avLst/>
              <a:gdLst/>
              <a:ahLst/>
              <a:cxnLst/>
              <a:rect l="l" t="t" r="r" b="b"/>
              <a:pathLst>
                <a:path w="45375" h="117987" extrusionOk="0">
                  <a:moveTo>
                    <a:pt x="31772" y="13603"/>
                  </a:moveTo>
                  <a:lnTo>
                    <a:pt x="31772" y="104384"/>
                  </a:lnTo>
                  <a:lnTo>
                    <a:pt x="13603" y="104384"/>
                  </a:lnTo>
                  <a:lnTo>
                    <a:pt x="13603" y="13603"/>
                  </a:lnTo>
                  <a:close/>
                  <a:moveTo>
                    <a:pt x="0" y="0"/>
                  </a:moveTo>
                  <a:lnTo>
                    <a:pt x="0" y="13603"/>
                  </a:lnTo>
                  <a:lnTo>
                    <a:pt x="0" y="104384"/>
                  </a:lnTo>
                  <a:lnTo>
                    <a:pt x="0" y="117987"/>
                  </a:lnTo>
                  <a:lnTo>
                    <a:pt x="45374" y="117987"/>
                  </a:lnTo>
                  <a:lnTo>
                    <a:pt x="453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316;p120"/>
            <p:cNvSpPr/>
            <p:nvPr/>
          </p:nvSpPr>
          <p:spPr>
            <a:xfrm>
              <a:off x="1871550" y="3301925"/>
              <a:ext cx="1134375" cy="1474450"/>
            </a:xfrm>
            <a:custGeom>
              <a:avLst/>
              <a:gdLst/>
              <a:ahLst/>
              <a:cxnLst/>
              <a:rect l="l" t="t" r="r" b="b"/>
              <a:pathLst>
                <a:path w="45375" h="58978" extrusionOk="0">
                  <a:moveTo>
                    <a:pt x="31772" y="13603"/>
                  </a:moveTo>
                  <a:lnTo>
                    <a:pt x="31772" y="45375"/>
                  </a:lnTo>
                  <a:lnTo>
                    <a:pt x="13603" y="45375"/>
                  </a:lnTo>
                  <a:lnTo>
                    <a:pt x="13603" y="13603"/>
                  </a:lnTo>
                  <a:close/>
                  <a:moveTo>
                    <a:pt x="1" y="1"/>
                  </a:moveTo>
                  <a:lnTo>
                    <a:pt x="1" y="13603"/>
                  </a:lnTo>
                  <a:lnTo>
                    <a:pt x="1" y="45375"/>
                  </a:lnTo>
                  <a:lnTo>
                    <a:pt x="1" y="58978"/>
                  </a:lnTo>
                  <a:lnTo>
                    <a:pt x="45375" y="58978"/>
                  </a:lnTo>
                  <a:lnTo>
                    <a:pt x="453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Прямоугольник 21"/>
          <p:cNvSpPr/>
          <p:nvPr/>
        </p:nvSpPr>
        <p:spPr>
          <a:xfrm>
            <a:off x="444600" y="134679"/>
            <a:ext cx="8546592" cy="264868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55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63"/>
          <p:cNvSpPr/>
          <p:nvPr/>
        </p:nvSpPr>
        <p:spPr>
          <a:xfrm>
            <a:off x="5956078" y="1271566"/>
            <a:ext cx="2508900" cy="3181737"/>
          </a:xfrm>
          <a:prstGeom prst="rect">
            <a:avLst/>
          </a:prstGeom>
          <a:solidFill>
            <a:srgbClr val="5CD5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1" name="Google Shape;2841;p63"/>
          <p:cNvSpPr txBox="1">
            <a:spLocks noGrp="1"/>
          </p:cNvSpPr>
          <p:nvPr>
            <p:ph type="title"/>
          </p:nvPr>
        </p:nvSpPr>
        <p:spPr>
          <a:xfrm>
            <a:off x="659040" y="288226"/>
            <a:ext cx="7704000" cy="6165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lvl="0"/>
            <a:r>
              <a:rPr lang="ru-RU" sz="2000" dirty="0"/>
              <a:t>ОДИН ЧЕЛОВЕК — ЦЕЛАЯ ОС</a:t>
            </a:r>
            <a:endParaRPr sz="2000" dirty="0"/>
          </a:p>
        </p:txBody>
      </p:sp>
      <p:sp>
        <p:nvSpPr>
          <p:cNvPr id="2860" name="Google Shape;2860;p63"/>
          <p:cNvSpPr txBox="1">
            <a:spLocks noGrp="1"/>
          </p:cNvSpPr>
          <p:nvPr>
            <p:ph type="subTitle" idx="22"/>
          </p:nvPr>
        </p:nvSpPr>
        <p:spPr>
          <a:xfrm>
            <a:off x="0" y="4611043"/>
            <a:ext cx="9144000" cy="4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1100" dirty="0">
                <a:solidFill>
                  <a:srgbClr val="F2C4E3"/>
                </a:solidFill>
              </a:rPr>
              <a:t>ОПЕРАЦИОННАЯ СИСТЕМА БЫЛА СОЗДАНА ТЕРРИ ДЭВИСОМ</a:t>
            </a:r>
            <a:endParaRPr sz="1100" dirty="0">
              <a:solidFill>
                <a:srgbClr val="F2C4E3"/>
              </a:solidFill>
            </a:endParaRPr>
          </a:p>
        </p:txBody>
      </p:sp>
      <p:sp>
        <p:nvSpPr>
          <p:cNvPr id="2861" name="Google Shape;2861;p63"/>
          <p:cNvSpPr txBox="1">
            <a:spLocks noGrp="1"/>
          </p:cNvSpPr>
          <p:nvPr>
            <p:ph type="title" idx="23"/>
          </p:nvPr>
        </p:nvSpPr>
        <p:spPr>
          <a:xfrm>
            <a:off x="5956078" y="1271566"/>
            <a:ext cx="2508900" cy="31817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800" dirty="0" smtClean="0">
                <a:solidFill>
                  <a:schemeClr val="bg1"/>
                </a:solidFill>
                <a:latin typeface="Sitka Small Semibold" pitchFamily="2" charset="0"/>
              </a:rPr>
              <a:t>1</a:t>
            </a:r>
            <a:r>
              <a:rPr lang="ru-RU" sz="2400" dirty="0" smtClean="0">
                <a:solidFill>
                  <a:schemeClr val="bg1"/>
                </a:solidFill>
                <a:latin typeface="Sitka Small Semibold" pitchFamily="2" charset="0"/>
              </a:rPr>
              <a:t> </a:t>
            </a:r>
            <a:r>
              <a:rPr lang="ru-RU" sz="2500" dirty="0" smtClean="0">
                <a:solidFill>
                  <a:schemeClr val="bg1"/>
                </a:solidFill>
                <a:latin typeface="Sitka Small Semibold" pitchFamily="2" charset="0"/>
              </a:rPr>
              <a:t>АВТОР</a:t>
            </a:r>
            <a:r>
              <a:rPr lang="ru-RU" sz="2000" dirty="0" smtClean="0">
                <a:solidFill>
                  <a:schemeClr val="bg1"/>
                </a:solidFill>
                <a:latin typeface="Sitka Small Semibold" pitchFamily="2" charset="0"/>
              </a:rPr>
              <a:t/>
            </a:r>
            <a:br>
              <a:rPr lang="ru-RU" sz="20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Sitka Small Semibold" pitchFamily="2" charset="0"/>
              </a:rPr>
              <a:t/>
            </a:r>
            <a:br>
              <a:rPr lang="ru-RU" sz="20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  <a:t>ЯДРО</a:t>
            </a:r>
            <a:b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  <a:t>КОМПИЛЯТОР</a:t>
            </a:r>
            <a:b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en-US" sz="2200" dirty="0" smtClean="0">
                <a:solidFill>
                  <a:schemeClr val="bg1"/>
                </a:solidFill>
                <a:latin typeface="Orbitron" panose="020B0604020202020204" charset="0"/>
              </a:rPr>
              <a:t>HOLYC</a:t>
            </a:r>
            <a: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  <a:t/>
            </a:r>
            <a:b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  <a:t>ГРАФИКА</a:t>
            </a:r>
            <a:b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ru-RU" sz="2200" dirty="0" smtClean="0">
                <a:solidFill>
                  <a:schemeClr val="bg1"/>
                </a:solidFill>
                <a:latin typeface="Sitka Small Semibold" pitchFamily="2" charset="0"/>
              </a:rPr>
              <a:t>ИГРЫ</a:t>
            </a:r>
            <a:endParaRPr sz="2200" dirty="0">
              <a:solidFill>
                <a:schemeClr val="bg1"/>
              </a:solidFill>
              <a:latin typeface="Orbitron" panose="020B0604020202020204" charset="0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96" y="1229607"/>
            <a:ext cx="4919898" cy="3223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4"/>
          <p:cNvSpPr>
            <a:spLocks noGrp="1"/>
          </p:cNvSpPr>
          <p:nvPr>
            <p:ph type="body" idx="1"/>
          </p:nvPr>
        </p:nvSpPr>
        <p:spPr>
          <a:xfrm>
            <a:off x="530290" y="3391380"/>
            <a:ext cx="2539766" cy="928268"/>
          </a:xfrm>
        </p:spPr>
        <p:txBody>
          <a:bodyPr/>
          <a:lstStyle/>
          <a:p>
            <a:pPr marL="114300" indent="0" algn="ctr">
              <a:buNone/>
            </a:pPr>
            <a:r>
              <a:rPr lang="ru-RU" sz="1800" dirty="0" smtClean="0">
                <a:latin typeface="Sitka Small Semibold" pitchFamily="2" charset="0"/>
              </a:rPr>
              <a:t>МИНИМАЛИЗМ </a:t>
            </a:r>
            <a:r>
              <a:rPr lang="ru-RU" sz="1800" dirty="0">
                <a:latin typeface="Sitka Small Semibold" pitchFamily="2" charset="0"/>
              </a:rPr>
              <a:t>— ЧАСТЬ </a:t>
            </a:r>
            <a:r>
              <a:rPr lang="ru-RU" sz="1800" dirty="0" smtClean="0">
                <a:latin typeface="Sitka Small Semibold" pitchFamily="2" charset="0"/>
              </a:rPr>
              <a:t>КОНЦЕПЦИИ</a:t>
            </a:r>
          </a:p>
          <a:p>
            <a:pPr marL="114300" indent="0">
              <a:buNone/>
            </a:pPr>
            <a:endParaRPr lang="ru-RU" sz="1600" b="1" dirty="0" smtClean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114300" indent="0">
              <a:buNone/>
            </a:pPr>
            <a:endParaRPr lang="ru-RU" sz="1600" b="1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solidFill>
            <a:srgbClr val="F2C4E3"/>
          </a:solidFill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 ВЫГЛЯДИТ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TEMPLEOS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102" name="Picture 6" descr="https://upload.wikimedia.org/wikipedia/commons/a/a0/VirtualBox_TempleOS_x64_27_02_2021_20_43_48.png?utm_source=commons.wikimedia.org&amp;utm_campaign=imageinfo&amp;utm_content=origi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241" y="1025040"/>
            <a:ext cx="5176834" cy="388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рямоугольник 21"/>
          <p:cNvSpPr/>
          <p:nvPr/>
        </p:nvSpPr>
        <p:spPr>
          <a:xfrm>
            <a:off x="447121" y="1700825"/>
            <a:ext cx="27061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  <a:latin typeface="Sitka Small Semibold" pitchFamily="2" charset="0"/>
              </a:rPr>
              <a:t>640 × 480</a:t>
            </a:r>
          </a:p>
          <a:p>
            <a:pPr algn="ctr"/>
            <a:r>
              <a:rPr lang="ru-RU" sz="1800" dirty="0">
                <a:solidFill>
                  <a:schemeClr val="bg1"/>
                </a:solidFill>
                <a:latin typeface="Sitka Small Semibold" pitchFamily="2" charset="0"/>
              </a:rPr>
              <a:t>16 ЦВЕТОВ</a:t>
            </a:r>
          </a:p>
          <a:p>
            <a:pPr algn="ctr"/>
            <a:r>
              <a:rPr lang="ru-RU" sz="1800" dirty="0" smtClean="0">
                <a:solidFill>
                  <a:schemeClr val="bg1"/>
                </a:solidFill>
                <a:latin typeface="Sitka Small Semibold" pitchFamily="2" charset="0"/>
              </a:rPr>
              <a:t>64-BIT</a:t>
            </a:r>
            <a:endParaRPr lang="ru-RU" sz="1800" dirty="0">
              <a:solidFill>
                <a:schemeClr val="bg1"/>
              </a:solidFill>
              <a:latin typeface="Sitka Small Semibold" pitchFamily="2" charset="0"/>
            </a:endParaRPr>
          </a:p>
        </p:txBody>
      </p:sp>
      <p:grpSp>
        <p:nvGrpSpPr>
          <p:cNvPr id="64" name="Google Shape;6112;p120"/>
          <p:cNvGrpSpPr/>
          <p:nvPr/>
        </p:nvGrpSpPr>
        <p:grpSpPr>
          <a:xfrm>
            <a:off x="154597" y="4847267"/>
            <a:ext cx="236702" cy="189956"/>
            <a:chOff x="1190625" y="1032400"/>
            <a:chExt cx="5219200" cy="3630625"/>
          </a:xfrm>
        </p:grpSpPr>
        <p:sp>
          <p:nvSpPr>
            <p:cNvPr id="65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6112;p120"/>
          <p:cNvGrpSpPr/>
          <p:nvPr/>
        </p:nvGrpSpPr>
        <p:grpSpPr>
          <a:xfrm>
            <a:off x="113481" y="119911"/>
            <a:ext cx="236702" cy="189956"/>
            <a:chOff x="1190625" y="1032400"/>
            <a:chExt cx="5219200" cy="3630625"/>
          </a:xfrm>
        </p:grpSpPr>
        <p:sp>
          <p:nvSpPr>
            <p:cNvPr id="77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6112;p120"/>
          <p:cNvGrpSpPr/>
          <p:nvPr/>
        </p:nvGrpSpPr>
        <p:grpSpPr>
          <a:xfrm>
            <a:off x="8781764" y="4826489"/>
            <a:ext cx="236702" cy="189956"/>
            <a:chOff x="1190625" y="1032400"/>
            <a:chExt cx="5219200" cy="3630625"/>
          </a:xfrm>
        </p:grpSpPr>
        <p:sp>
          <p:nvSpPr>
            <p:cNvPr id="89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6112;p120"/>
          <p:cNvGrpSpPr/>
          <p:nvPr/>
        </p:nvGrpSpPr>
        <p:grpSpPr>
          <a:xfrm>
            <a:off x="8781763" y="140689"/>
            <a:ext cx="236702" cy="189956"/>
            <a:chOff x="1190625" y="1032400"/>
            <a:chExt cx="5219200" cy="3630625"/>
          </a:xfrm>
        </p:grpSpPr>
        <p:sp>
          <p:nvSpPr>
            <p:cNvPr id="101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Прямоугольник 53"/>
          <p:cNvSpPr/>
          <p:nvPr/>
        </p:nvSpPr>
        <p:spPr>
          <a:xfrm>
            <a:off x="597534" y="173330"/>
            <a:ext cx="8009293" cy="254398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36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p84"/>
          <p:cNvSpPr/>
          <p:nvPr/>
        </p:nvSpPr>
        <p:spPr>
          <a:xfrm>
            <a:off x="720025" y="540000"/>
            <a:ext cx="7704000" cy="407700"/>
          </a:xfrm>
          <a:prstGeom prst="rect">
            <a:avLst/>
          </a:prstGeom>
          <a:solidFill>
            <a:srgbClr val="5CD5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0" name="Google Shape;3290;p84"/>
          <p:cNvSpPr/>
          <p:nvPr/>
        </p:nvSpPr>
        <p:spPr>
          <a:xfrm>
            <a:off x="6082296" y="1134194"/>
            <a:ext cx="2341729" cy="3421611"/>
          </a:xfrm>
          <a:prstGeom prst="rect">
            <a:avLst/>
          </a:prstGeom>
          <a:solidFill>
            <a:srgbClr val="5CD5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3" name="Google Shape;3293;p84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HOLYC — </a:t>
            </a:r>
            <a:r>
              <a:rPr lang="ru-RU" dirty="0"/>
              <a:t>СОБСТВЕННЫЙ ЯЗЫК</a:t>
            </a:r>
            <a:endParaRPr dirty="0"/>
          </a:p>
        </p:txBody>
      </p:sp>
      <p:sp>
        <p:nvSpPr>
          <p:cNvPr id="3295" name="Google Shape;3295;p84"/>
          <p:cNvSpPr txBox="1">
            <a:spLocks noGrp="1"/>
          </p:cNvSpPr>
          <p:nvPr>
            <p:ph type="subTitle" idx="4"/>
          </p:nvPr>
        </p:nvSpPr>
        <p:spPr>
          <a:xfrm>
            <a:off x="6082296" y="2651733"/>
            <a:ext cx="2341729" cy="19202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</a:rPr>
              <a:t>НА ОСНОВЕ </a:t>
            </a: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</a:rPr>
              <a:t>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</a:rPr>
              <a:t>ВСТРОЕННЫЙ КОМПИЛЯТОР</a:t>
            </a:r>
            <a:endParaRPr lang="ru-RU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tka Small Semibold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</a:rPr>
              <a:t>КОД </a:t>
            </a: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 Semibold" pitchFamily="2" charset="0"/>
              </a:rPr>
              <a:t>ПРЯМО В TEMPLEOS</a:t>
            </a:r>
            <a:endParaRPr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tka Small Semibold" pitchFamily="2" charset="0"/>
            </a:endParaRPr>
          </a:p>
        </p:txBody>
      </p:sp>
      <p:sp>
        <p:nvSpPr>
          <p:cNvPr id="3298" name="Google Shape;3298;p84"/>
          <p:cNvSpPr txBox="1">
            <a:spLocks noGrp="1"/>
          </p:cNvSpPr>
          <p:nvPr>
            <p:ph type="subTitle" idx="7"/>
          </p:nvPr>
        </p:nvSpPr>
        <p:spPr>
          <a:xfrm>
            <a:off x="0" y="4539609"/>
            <a:ext cx="9144000" cy="603891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/>
            <a:r>
              <a:rPr lang="ru-RU" sz="1100" dirty="0"/>
              <a:t>ЯЗЫК + КОМПИЛЯТОР + ОС В ОДНОЙ СИСТЕМЕ</a:t>
            </a:r>
            <a:endParaRPr sz="1100" dirty="0"/>
          </a:p>
        </p:txBody>
      </p:sp>
      <p:pic>
        <p:nvPicPr>
          <p:cNvPr id="104" name="Рисунок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1" y="1150389"/>
            <a:ext cx="4767686" cy="3421611"/>
          </a:xfrm>
          <a:prstGeom prst="rect">
            <a:avLst/>
          </a:prstGeom>
        </p:spPr>
      </p:pic>
      <p:pic>
        <p:nvPicPr>
          <p:cNvPr id="7170" name="Picture 2" descr="https://upload.wikimedia.org/wikipedia/commons/e/ea/HolyC.png?utm_source=commons.wikimedia.org&amp;utm_campaign=index&amp;utm_content=origin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85" y="1343803"/>
            <a:ext cx="1401400" cy="14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298704" y="145924"/>
            <a:ext cx="8546592" cy="219845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p79"/>
          <p:cNvSpPr txBox="1">
            <a:spLocks noGrp="1"/>
          </p:cNvSpPr>
          <p:nvPr>
            <p:ph type="body" idx="1"/>
          </p:nvPr>
        </p:nvSpPr>
        <p:spPr>
          <a:xfrm>
            <a:off x="116266" y="4286841"/>
            <a:ext cx="3256377" cy="577767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latin typeface="Sitka Small Semibold" pitchFamily="2" charset="0"/>
              </a:rPr>
              <a:t>ИГРЫ</a:t>
            </a:r>
            <a:endParaRPr sz="2000" dirty="0">
              <a:latin typeface="Sitka Small Semibold" pitchFamily="2" charset="0"/>
            </a:endParaRPr>
          </a:p>
        </p:txBody>
      </p:sp>
      <p:sp>
        <p:nvSpPr>
          <p:cNvPr id="3141" name="Google Shape;3141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F2C4E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ЧТО ЕСТЬ ВНУТРИ?</a:t>
            </a:r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66" y="1134459"/>
            <a:ext cx="3256377" cy="2960182"/>
          </a:xfrm>
          <a:prstGeom prst="rect">
            <a:avLst/>
          </a:prstGeom>
        </p:spPr>
      </p:pic>
      <p:pic>
        <p:nvPicPr>
          <p:cNvPr id="8194" name="Picture 2" descr="https://upload.wikimedia.org/wikipedia/commons/1/16/Terry_Davis_43OS24_TempleOS.png?utm_source=commons.wikimedia.org&amp;utm_campaign=index&amp;utm_content=origin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864" y="1176758"/>
            <a:ext cx="2568523" cy="296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upload.wikimedia.org/wikipedia/commons/1/10/Terry_Davis_41OS09_TempleOS.png?utm_source=commons.wikimedia.org&amp;utm_campaign=index&amp;utm_content=original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12"/>
          <a:stretch/>
        </p:blipFill>
        <p:spPr bwMode="auto">
          <a:xfrm>
            <a:off x="6197608" y="1176758"/>
            <a:ext cx="2865999" cy="293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3145;p79"/>
          <p:cNvSpPr txBox="1">
            <a:spLocks/>
          </p:cNvSpPr>
          <p:nvPr/>
        </p:nvSpPr>
        <p:spPr>
          <a:xfrm>
            <a:off x="6197607" y="4284894"/>
            <a:ext cx="2865999" cy="57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rbitron"/>
              <a:buAutoNum type="arabicPeriod"/>
              <a:defRPr sz="12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2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rabi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rabi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0" indent="0" algn="ctr">
              <a:buFont typeface="Orbitron"/>
              <a:buNone/>
            </a:pPr>
            <a:r>
              <a:rPr lang="ru-RU" sz="2000" dirty="0" smtClean="0">
                <a:latin typeface="Sitka Small Semibold" pitchFamily="2" charset="0"/>
              </a:rPr>
              <a:t>ПРОГРАММЫ</a:t>
            </a:r>
            <a:endParaRPr lang="ru-RU" sz="2000" dirty="0">
              <a:latin typeface="Sitka Small Semibold" pitchFamily="2" charset="0"/>
            </a:endParaRPr>
          </a:p>
        </p:txBody>
      </p:sp>
      <p:sp>
        <p:nvSpPr>
          <p:cNvPr id="22" name="Google Shape;3145;p79"/>
          <p:cNvSpPr txBox="1">
            <a:spLocks/>
          </p:cNvSpPr>
          <p:nvPr/>
        </p:nvSpPr>
        <p:spPr>
          <a:xfrm>
            <a:off x="3500863" y="4286840"/>
            <a:ext cx="2568524" cy="57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rbitron"/>
              <a:buAutoNum type="arabicPeriod"/>
              <a:defRPr sz="12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2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rabi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rabi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alpha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AutoNum type="romanLcPeriod"/>
              <a:defRPr sz="1400" b="0" i="0" u="none" strike="noStrike" cap="none" spc="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marL="0" indent="0" algn="ctr">
              <a:buFont typeface="Orbitron"/>
              <a:buNone/>
            </a:pPr>
            <a:r>
              <a:rPr lang="ru-RU" sz="2000" dirty="0" smtClean="0">
                <a:latin typeface="Sitka Small Semibold" pitchFamily="2" charset="0"/>
              </a:rPr>
              <a:t>ГРАФИКА</a:t>
            </a:r>
            <a:endParaRPr lang="ru-RU" sz="2000" dirty="0">
              <a:latin typeface="Sitka Small Semibold" pitchFamily="2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0" y="4862661"/>
            <a:ext cx="9144000" cy="0"/>
          </a:xfrm>
          <a:prstGeom prst="line">
            <a:avLst/>
          </a:prstGeom>
          <a:ln>
            <a:solidFill>
              <a:srgbClr val="F2C4E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0" y="4854618"/>
            <a:ext cx="9144000" cy="0"/>
          </a:xfrm>
          <a:prstGeom prst="line">
            <a:avLst/>
          </a:prstGeom>
          <a:ln>
            <a:solidFill>
              <a:srgbClr val="F2C4E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oogle Shape;6112;p120"/>
          <p:cNvGrpSpPr/>
          <p:nvPr/>
        </p:nvGrpSpPr>
        <p:grpSpPr>
          <a:xfrm>
            <a:off x="116266" y="269518"/>
            <a:ext cx="388830" cy="270482"/>
            <a:chOff x="1190625" y="1032400"/>
            <a:chExt cx="5219200" cy="3630625"/>
          </a:xfrm>
        </p:grpSpPr>
        <p:sp>
          <p:nvSpPr>
            <p:cNvPr id="28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6112;p120"/>
          <p:cNvGrpSpPr/>
          <p:nvPr/>
        </p:nvGrpSpPr>
        <p:grpSpPr>
          <a:xfrm>
            <a:off x="8674776" y="4554636"/>
            <a:ext cx="388830" cy="270482"/>
            <a:chOff x="1190625" y="1032400"/>
            <a:chExt cx="5219200" cy="3630625"/>
          </a:xfrm>
        </p:grpSpPr>
        <p:sp>
          <p:nvSpPr>
            <p:cNvPr id="40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6112;p120"/>
          <p:cNvGrpSpPr/>
          <p:nvPr/>
        </p:nvGrpSpPr>
        <p:grpSpPr>
          <a:xfrm>
            <a:off x="116266" y="4571337"/>
            <a:ext cx="388830" cy="270482"/>
            <a:chOff x="1190625" y="1032400"/>
            <a:chExt cx="5219200" cy="3630625"/>
          </a:xfrm>
        </p:grpSpPr>
        <p:sp>
          <p:nvSpPr>
            <p:cNvPr id="52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112;p120"/>
          <p:cNvGrpSpPr/>
          <p:nvPr/>
        </p:nvGrpSpPr>
        <p:grpSpPr>
          <a:xfrm>
            <a:off x="8674776" y="269518"/>
            <a:ext cx="388830" cy="270482"/>
            <a:chOff x="1190625" y="1032400"/>
            <a:chExt cx="5219200" cy="3630625"/>
          </a:xfrm>
        </p:grpSpPr>
        <p:sp>
          <p:nvSpPr>
            <p:cNvPr id="64" name="Google Shape;611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114;p120"/>
            <p:cNvSpPr/>
            <p:nvPr/>
          </p:nvSpPr>
          <p:spPr>
            <a:xfrm>
              <a:off x="1190625" y="1032400"/>
              <a:ext cx="5219200" cy="2382900"/>
            </a:xfrm>
            <a:custGeom>
              <a:avLst/>
              <a:gdLst/>
              <a:ahLst/>
              <a:cxnLst/>
              <a:rect l="l" t="t" r="r" b="b"/>
              <a:pathLst>
                <a:path w="208768" h="95316" extrusionOk="0">
                  <a:moveTo>
                    <a:pt x="0" y="1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68078"/>
                  </a:lnTo>
                  <a:lnTo>
                    <a:pt x="54475" y="68078"/>
                  </a:lnTo>
                  <a:lnTo>
                    <a:pt x="54475" y="81681"/>
                  </a:lnTo>
                  <a:lnTo>
                    <a:pt x="77146" y="81681"/>
                  </a:lnTo>
                  <a:lnTo>
                    <a:pt x="77146" y="95316"/>
                  </a:lnTo>
                  <a:lnTo>
                    <a:pt x="131621" y="95316"/>
                  </a:lnTo>
                  <a:lnTo>
                    <a:pt x="131621" y="81681"/>
                  </a:lnTo>
                  <a:lnTo>
                    <a:pt x="154292" y="81681"/>
                  </a:lnTo>
                  <a:lnTo>
                    <a:pt x="154292" y="68078"/>
                  </a:lnTo>
                  <a:lnTo>
                    <a:pt x="167927" y="68078"/>
                  </a:lnTo>
                  <a:lnTo>
                    <a:pt x="167927" y="54443"/>
                  </a:lnTo>
                  <a:lnTo>
                    <a:pt x="181530" y="54443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27238"/>
                  </a:lnTo>
                  <a:lnTo>
                    <a:pt x="208767" y="27238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E0E3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115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0" y="1"/>
                  </a:moveTo>
                  <a:lnTo>
                    <a:pt x="0" y="22704"/>
                  </a:lnTo>
                  <a:lnTo>
                    <a:pt x="0" y="145224"/>
                  </a:lnTo>
                  <a:lnTo>
                    <a:pt x="22703" y="145224"/>
                  </a:lnTo>
                  <a:lnTo>
                    <a:pt x="22703" y="22704"/>
                  </a:lnTo>
                  <a:lnTo>
                    <a:pt x="208767" y="2270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116;p120"/>
            <p:cNvSpPr/>
            <p:nvPr/>
          </p:nvSpPr>
          <p:spPr>
            <a:xfrm>
              <a:off x="1871550" y="205340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1" y="1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117;p120"/>
            <p:cNvSpPr/>
            <p:nvPr/>
          </p:nvSpPr>
          <p:spPr>
            <a:xfrm>
              <a:off x="2211625" y="2393475"/>
              <a:ext cx="340900" cy="340900"/>
            </a:xfrm>
            <a:custGeom>
              <a:avLst/>
              <a:gdLst/>
              <a:ahLst/>
              <a:cxnLst/>
              <a:rect l="l" t="t" r="r" b="b"/>
              <a:pathLst>
                <a:path w="13636" h="13636" extrusionOk="0">
                  <a:moveTo>
                    <a:pt x="0" y="0"/>
                  </a:moveTo>
                  <a:lnTo>
                    <a:pt x="0" y="13635"/>
                  </a:lnTo>
                  <a:lnTo>
                    <a:pt x="13635" y="13635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118;p120"/>
            <p:cNvSpPr/>
            <p:nvPr/>
          </p:nvSpPr>
          <p:spPr>
            <a:xfrm>
              <a:off x="255250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119;p120"/>
            <p:cNvSpPr/>
            <p:nvPr/>
          </p:nvSpPr>
          <p:spPr>
            <a:xfrm>
              <a:off x="5388800" y="205340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0" y="1"/>
                  </a:moveTo>
                  <a:lnTo>
                    <a:pt x="0" y="13603"/>
                  </a:lnTo>
                  <a:lnTo>
                    <a:pt x="13603" y="13603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120;p120"/>
            <p:cNvSpPr/>
            <p:nvPr/>
          </p:nvSpPr>
          <p:spPr>
            <a:xfrm>
              <a:off x="5047900" y="2393475"/>
              <a:ext cx="340925" cy="340900"/>
            </a:xfrm>
            <a:custGeom>
              <a:avLst/>
              <a:gdLst/>
              <a:ahLst/>
              <a:cxnLst/>
              <a:rect l="l" t="t" r="r" b="b"/>
              <a:pathLst>
                <a:path w="13637" h="13636" extrusionOk="0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21;p120"/>
            <p:cNvSpPr/>
            <p:nvPr/>
          </p:nvSpPr>
          <p:spPr>
            <a:xfrm>
              <a:off x="4481150" y="2734350"/>
              <a:ext cx="566775" cy="340075"/>
            </a:xfrm>
            <a:custGeom>
              <a:avLst/>
              <a:gdLst/>
              <a:ahLst/>
              <a:cxnLst/>
              <a:rect l="l" t="t" r="r" b="b"/>
              <a:pathLst>
                <a:path w="22671" h="13603" extrusionOk="0">
                  <a:moveTo>
                    <a:pt x="0" y="0"/>
                  </a:moveTo>
                  <a:lnTo>
                    <a:pt x="0" y="13603"/>
                  </a:lnTo>
                  <a:lnTo>
                    <a:pt x="22671" y="13603"/>
                  </a:lnTo>
                  <a:lnTo>
                    <a:pt x="226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22;p120"/>
            <p:cNvSpPr/>
            <p:nvPr/>
          </p:nvSpPr>
          <p:spPr>
            <a:xfrm>
              <a:off x="3119250" y="3074400"/>
              <a:ext cx="1361925" cy="340900"/>
            </a:xfrm>
            <a:custGeom>
              <a:avLst/>
              <a:gdLst/>
              <a:ahLst/>
              <a:cxnLst/>
              <a:rect l="l" t="t" r="r" b="b"/>
              <a:pathLst>
                <a:path w="54477" h="13636" extrusionOk="0">
                  <a:moveTo>
                    <a:pt x="1" y="1"/>
                  </a:moveTo>
                  <a:lnTo>
                    <a:pt x="1" y="13636"/>
                  </a:lnTo>
                  <a:lnTo>
                    <a:pt x="54476" y="13636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3;p120"/>
            <p:cNvSpPr/>
            <p:nvPr/>
          </p:nvSpPr>
          <p:spPr>
            <a:xfrm>
              <a:off x="1190625" y="1032400"/>
              <a:ext cx="5219200" cy="3630625"/>
            </a:xfrm>
            <a:custGeom>
              <a:avLst/>
              <a:gdLst/>
              <a:ahLst/>
              <a:cxnLst/>
              <a:rect l="l" t="t" r="r" b="b"/>
              <a:pathLst>
                <a:path w="208768" h="145225" extrusionOk="0">
                  <a:moveTo>
                    <a:pt x="195165" y="13603"/>
                  </a:moveTo>
                  <a:lnTo>
                    <a:pt x="195165" y="27238"/>
                  </a:lnTo>
                  <a:lnTo>
                    <a:pt x="181530" y="27238"/>
                  </a:lnTo>
                  <a:lnTo>
                    <a:pt x="181530" y="40841"/>
                  </a:lnTo>
                  <a:lnTo>
                    <a:pt x="195165" y="40841"/>
                  </a:lnTo>
                  <a:lnTo>
                    <a:pt x="195165" y="131622"/>
                  </a:lnTo>
                  <a:lnTo>
                    <a:pt x="13602" y="131622"/>
                  </a:lnTo>
                  <a:lnTo>
                    <a:pt x="13602" y="40841"/>
                  </a:lnTo>
                  <a:lnTo>
                    <a:pt x="27238" y="40841"/>
                  </a:lnTo>
                  <a:lnTo>
                    <a:pt x="27238" y="27238"/>
                  </a:lnTo>
                  <a:lnTo>
                    <a:pt x="13602" y="2723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5224"/>
                  </a:lnTo>
                  <a:lnTo>
                    <a:pt x="208767" y="145224"/>
                  </a:lnTo>
                  <a:lnTo>
                    <a:pt x="208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Прямоугольник 74"/>
          <p:cNvSpPr/>
          <p:nvPr/>
        </p:nvSpPr>
        <p:spPr>
          <a:xfrm>
            <a:off x="602666" y="87965"/>
            <a:ext cx="7948587" cy="390807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p83"/>
          <p:cNvSpPr/>
          <p:nvPr/>
        </p:nvSpPr>
        <p:spPr>
          <a:xfrm>
            <a:off x="735600" y="2393726"/>
            <a:ext cx="1867800" cy="457200"/>
          </a:xfrm>
          <a:prstGeom prst="rect">
            <a:avLst/>
          </a:prstGeom>
          <a:noFill/>
          <a:ln w="50800">
            <a:solidFill>
              <a:srgbClr val="5CD5D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83"/>
          <p:cNvSpPr/>
          <p:nvPr/>
        </p:nvSpPr>
        <p:spPr>
          <a:xfrm>
            <a:off x="2670580" y="2393726"/>
            <a:ext cx="1867800" cy="457200"/>
          </a:xfrm>
          <a:prstGeom prst="rect">
            <a:avLst/>
          </a:prstGeom>
          <a:noFill/>
          <a:ln w="50800">
            <a:solidFill>
              <a:srgbClr val="5CD5D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83"/>
          <p:cNvSpPr/>
          <p:nvPr/>
        </p:nvSpPr>
        <p:spPr>
          <a:xfrm>
            <a:off x="4605560" y="2393726"/>
            <a:ext cx="1867800" cy="457200"/>
          </a:xfrm>
          <a:prstGeom prst="rect">
            <a:avLst/>
          </a:prstGeom>
          <a:noFill/>
          <a:ln w="50800">
            <a:solidFill>
              <a:srgbClr val="5CD5D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6" name="Google Shape;3206;p83"/>
          <p:cNvSpPr/>
          <p:nvPr/>
        </p:nvSpPr>
        <p:spPr>
          <a:xfrm>
            <a:off x="6540540" y="2393726"/>
            <a:ext cx="1867800" cy="457200"/>
          </a:xfrm>
          <a:prstGeom prst="rect">
            <a:avLst/>
          </a:prstGeom>
          <a:noFill/>
          <a:ln w="50800">
            <a:solidFill>
              <a:srgbClr val="5CD5D5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 useBgFill="1">
        <p:nvSpPr>
          <p:cNvPr id="3207" name="Google Shape;3207;p83"/>
          <p:cNvSpPr txBox="1">
            <a:spLocks noGrp="1"/>
          </p:cNvSpPr>
          <p:nvPr>
            <p:ph type="title"/>
          </p:nvPr>
        </p:nvSpPr>
        <p:spPr>
          <a:xfrm>
            <a:off x="724875" y="540000"/>
            <a:ext cx="7699200" cy="393600"/>
          </a:xfrm>
          <a:prstGeom prst="rect">
            <a:avLst/>
          </a:prstGeom>
          <a:ln w="50800">
            <a:solidFill>
              <a:srgbClr val="5CD5D5"/>
            </a:solidFill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lvl="0"/>
            <a:r>
              <a:rPr lang="ru-RU" dirty="0"/>
              <a:t>ПОЧЕМУ </a:t>
            </a:r>
            <a:r>
              <a:rPr lang="en-US" dirty="0"/>
              <a:t>TEMPLEOS </a:t>
            </a:r>
            <a:r>
              <a:rPr lang="ru-RU" dirty="0"/>
              <a:t>ЗАПОМНИЛАСЬ?</a:t>
            </a:r>
            <a:endParaRPr dirty="0"/>
          </a:p>
        </p:txBody>
      </p:sp>
      <p:sp>
        <p:nvSpPr>
          <p:cNvPr id="3208" name="Google Shape;3208;p83"/>
          <p:cNvSpPr txBox="1">
            <a:spLocks noGrp="1"/>
          </p:cNvSpPr>
          <p:nvPr>
            <p:ph type="subTitle" idx="7"/>
          </p:nvPr>
        </p:nvSpPr>
        <p:spPr>
          <a:xfrm>
            <a:off x="4590000" y="2393726"/>
            <a:ext cx="1899000" cy="437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3209" name="Google Shape;3209;p83"/>
          <p:cNvSpPr txBox="1">
            <a:spLocks noGrp="1"/>
          </p:cNvSpPr>
          <p:nvPr>
            <p:ph type="subTitle" idx="1"/>
          </p:nvPr>
        </p:nvSpPr>
        <p:spPr>
          <a:xfrm>
            <a:off x="2655000" y="2909776"/>
            <a:ext cx="18990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500" dirty="0">
                <a:latin typeface="Sitka Small Semibold" pitchFamily="2" charset="0"/>
              </a:rPr>
              <a:t>СОБСТВЕННЫЙ ЯЗЫК</a:t>
            </a:r>
            <a:endParaRPr sz="1500" dirty="0">
              <a:latin typeface="Sitka Small Semibold" pitchFamily="2" charset="0"/>
            </a:endParaRPr>
          </a:p>
        </p:txBody>
      </p:sp>
      <p:sp>
        <p:nvSpPr>
          <p:cNvPr id="3210" name="Google Shape;3210;p83"/>
          <p:cNvSpPr txBox="1">
            <a:spLocks noGrp="1"/>
          </p:cNvSpPr>
          <p:nvPr>
            <p:ph type="subTitle" idx="2"/>
          </p:nvPr>
        </p:nvSpPr>
        <p:spPr>
          <a:xfrm>
            <a:off x="720000" y="2909776"/>
            <a:ext cx="18990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500" dirty="0">
                <a:latin typeface="Sitka Small Semibold" pitchFamily="2" charset="0"/>
              </a:rPr>
              <a:t>ОДИН АВТОР</a:t>
            </a:r>
            <a:endParaRPr sz="1500" dirty="0">
              <a:latin typeface="Sitka Small Semibold" pitchFamily="2" charset="0"/>
            </a:endParaRPr>
          </a:p>
        </p:txBody>
      </p:sp>
      <p:sp>
        <p:nvSpPr>
          <p:cNvPr id="3211" name="Google Shape;3211;p83"/>
          <p:cNvSpPr txBox="1">
            <a:spLocks noGrp="1"/>
          </p:cNvSpPr>
          <p:nvPr>
            <p:ph type="subTitle" idx="3"/>
          </p:nvPr>
        </p:nvSpPr>
        <p:spPr>
          <a:xfrm>
            <a:off x="720000" y="2393726"/>
            <a:ext cx="1899000" cy="437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01</a:t>
            </a:r>
            <a:endParaRPr dirty="0"/>
          </a:p>
        </p:txBody>
      </p:sp>
      <p:sp>
        <p:nvSpPr>
          <p:cNvPr id="3212" name="Google Shape;3212;p83"/>
          <p:cNvSpPr txBox="1">
            <a:spLocks noGrp="1"/>
          </p:cNvSpPr>
          <p:nvPr>
            <p:ph type="subTitle" idx="4"/>
          </p:nvPr>
        </p:nvSpPr>
        <p:spPr>
          <a:xfrm>
            <a:off x="2655000" y="2393783"/>
            <a:ext cx="1899000" cy="437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3213" name="Google Shape;3213;p83"/>
          <p:cNvSpPr txBox="1">
            <a:spLocks noGrp="1"/>
          </p:cNvSpPr>
          <p:nvPr>
            <p:ph type="subTitle" idx="5"/>
          </p:nvPr>
        </p:nvSpPr>
        <p:spPr>
          <a:xfrm>
            <a:off x="6525001" y="2909776"/>
            <a:ext cx="18990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rgbClr val="FFFF00"/>
              </a:buClr>
              <a:buSzPts val="1100"/>
            </a:pPr>
            <a:r>
              <a:rPr lang="ru-RU" sz="1500" dirty="0">
                <a:latin typeface="Sitka Small Semibold" pitchFamily="2" charset="0"/>
              </a:rPr>
              <a:t>УНИКАЛЬНЫЙ ВНЕШНИЙ ВИД</a:t>
            </a:r>
            <a:endParaRPr sz="1500" dirty="0">
              <a:latin typeface="Sitka Small Semibold" pitchFamily="2" charset="0"/>
            </a:endParaRPr>
          </a:p>
        </p:txBody>
      </p:sp>
      <p:sp>
        <p:nvSpPr>
          <p:cNvPr id="3214" name="Google Shape;3214;p83"/>
          <p:cNvSpPr txBox="1">
            <a:spLocks noGrp="1"/>
          </p:cNvSpPr>
          <p:nvPr>
            <p:ph type="subTitle" idx="6"/>
          </p:nvPr>
        </p:nvSpPr>
        <p:spPr>
          <a:xfrm>
            <a:off x="4590000" y="2909776"/>
            <a:ext cx="18990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500" dirty="0">
                <a:latin typeface="Sitka Small Semibold" pitchFamily="2" charset="0"/>
              </a:rPr>
              <a:t>НЕОБЫЧНАЯ КОНЦЕПЦИЯ</a:t>
            </a:r>
            <a:endParaRPr sz="1500" dirty="0">
              <a:latin typeface="Sitka Small Semibold" pitchFamily="2" charset="0"/>
            </a:endParaRPr>
          </a:p>
        </p:txBody>
      </p:sp>
      <p:sp>
        <p:nvSpPr>
          <p:cNvPr id="3215" name="Google Shape;3215;p83"/>
          <p:cNvSpPr txBox="1">
            <a:spLocks noGrp="1"/>
          </p:cNvSpPr>
          <p:nvPr>
            <p:ph type="subTitle" idx="8"/>
          </p:nvPr>
        </p:nvSpPr>
        <p:spPr>
          <a:xfrm>
            <a:off x="6525001" y="2393783"/>
            <a:ext cx="1899000" cy="4371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04</a:t>
            </a:r>
            <a:endParaRPr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94210" y="1700540"/>
            <a:ext cx="76883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  <a:latin typeface="Sitka Small Semibold" pitchFamily="2" charset="0"/>
              </a:rPr>
              <a:t>TEMPLEOS — НЕОБЫЧНЫЙ ЭКСПЕРИМЕНТ В ИСТОРИИ ОПЕРАЦИОННЫХ СИСТЕМ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5488" y="4267200"/>
            <a:ext cx="8546592" cy="694944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60" name="Google Shape;6046;p120"/>
          <p:cNvGrpSpPr/>
          <p:nvPr/>
        </p:nvGrpSpPr>
        <p:grpSpPr>
          <a:xfrm>
            <a:off x="224824" y="4742710"/>
            <a:ext cx="250664" cy="219434"/>
            <a:chOff x="1190625" y="238125"/>
            <a:chExt cx="5219200" cy="5219200"/>
          </a:xfrm>
        </p:grpSpPr>
        <p:sp>
          <p:nvSpPr>
            <p:cNvPr id="261" name="Google Shape;6047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0" y="0"/>
                  </a:moveTo>
                  <a:lnTo>
                    <a:pt x="0" y="95315"/>
                  </a:lnTo>
                  <a:lnTo>
                    <a:pt x="95315" y="95315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6048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1" y="0"/>
                  </a:moveTo>
                  <a:lnTo>
                    <a:pt x="1" y="95315"/>
                  </a:lnTo>
                  <a:lnTo>
                    <a:pt x="95316" y="95315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6049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0" y="1"/>
                  </a:moveTo>
                  <a:lnTo>
                    <a:pt x="0" y="95316"/>
                  </a:lnTo>
                  <a:lnTo>
                    <a:pt x="95315" y="9531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6050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1" y="1"/>
                  </a:moveTo>
                  <a:lnTo>
                    <a:pt x="1" y="95316"/>
                  </a:lnTo>
                  <a:lnTo>
                    <a:pt x="95316" y="9531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6051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81680" y="13602"/>
                  </a:moveTo>
                  <a:lnTo>
                    <a:pt x="81680" y="81680"/>
                  </a:lnTo>
                  <a:lnTo>
                    <a:pt x="13602" y="81680"/>
                  </a:lnTo>
                  <a:lnTo>
                    <a:pt x="13602" y="13602"/>
                  </a:lnTo>
                  <a:close/>
                  <a:moveTo>
                    <a:pt x="0" y="0"/>
                  </a:moveTo>
                  <a:lnTo>
                    <a:pt x="0" y="13602"/>
                  </a:lnTo>
                  <a:lnTo>
                    <a:pt x="0" y="81680"/>
                  </a:lnTo>
                  <a:lnTo>
                    <a:pt x="0" y="95315"/>
                  </a:lnTo>
                  <a:lnTo>
                    <a:pt x="95315" y="95315"/>
                  </a:lnTo>
                  <a:lnTo>
                    <a:pt x="95315" y="81680"/>
                  </a:lnTo>
                  <a:lnTo>
                    <a:pt x="95315" y="13602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6052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81714" y="13602"/>
                  </a:moveTo>
                  <a:lnTo>
                    <a:pt x="81714" y="81680"/>
                  </a:lnTo>
                  <a:lnTo>
                    <a:pt x="13636" y="81680"/>
                  </a:lnTo>
                  <a:lnTo>
                    <a:pt x="13636" y="13602"/>
                  </a:lnTo>
                  <a:close/>
                  <a:moveTo>
                    <a:pt x="1" y="0"/>
                  </a:moveTo>
                  <a:lnTo>
                    <a:pt x="1" y="13602"/>
                  </a:lnTo>
                  <a:lnTo>
                    <a:pt x="1" y="81680"/>
                  </a:lnTo>
                  <a:lnTo>
                    <a:pt x="1" y="95315"/>
                  </a:lnTo>
                  <a:lnTo>
                    <a:pt x="95316" y="95315"/>
                  </a:lnTo>
                  <a:lnTo>
                    <a:pt x="95316" y="81680"/>
                  </a:lnTo>
                  <a:lnTo>
                    <a:pt x="95316" y="13602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6053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81680" y="13636"/>
                  </a:moveTo>
                  <a:lnTo>
                    <a:pt x="81680" y="81714"/>
                  </a:lnTo>
                  <a:lnTo>
                    <a:pt x="13602" y="81714"/>
                  </a:lnTo>
                  <a:lnTo>
                    <a:pt x="13602" y="13636"/>
                  </a:lnTo>
                  <a:close/>
                  <a:moveTo>
                    <a:pt x="0" y="1"/>
                  </a:moveTo>
                  <a:lnTo>
                    <a:pt x="0" y="13636"/>
                  </a:lnTo>
                  <a:lnTo>
                    <a:pt x="0" y="81714"/>
                  </a:lnTo>
                  <a:lnTo>
                    <a:pt x="0" y="95316"/>
                  </a:lnTo>
                  <a:lnTo>
                    <a:pt x="95315" y="95316"/>
                  </a:lnTo>
                  <a:lnTo>
                    <a:pt x="95315" y="81714"/>
                  </a:lnTo>
                  <a:lnTo>
                    <a:pt x="95315" y="1363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6054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81714" y="13636"/>
                  </a:moveTo>
                  <a:lnTo>
                    <a:pt x="81714" y="81714"/>
                  </a:lnTo>
                  <a:lnTo>
                    <a:pt x="13636" y="81714"/>
                  </a:lnTo>
                  <a:lnTo>
                    <a:pt x="13636" y="13636"/>
                  </a:lnTo>
                  <a:close/>
                  <a:moveTo>
                    <a:pt x="1" y="1"/>
                  </a:moveTo>
                  <a:lnTo>
                    <a:pt x="1" y="13636"/>
                  </a:lnTo>
                  <a:lnTo>
                    <a:pt x="1" y="81714"/>
                  </a:lnTo>
                  <a:lnTo>
                    <a:pt x="1" y="95316"/>
                  </a:lnTo>
                  <a:lnTo>
                    <a:pt x="95316" y="95316"/>
                  </a:lnTo>
                  <a:lnTo>
                    <a:pt x="95316" y="81714"/>
                  </a:lnTo>
                  <a:lnTo>
                    <a:pt x="95316" y="1363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6046;p120"/>
          <p:cNvGrpSpPr/>
          <p:nvPr/>
        </p:nvGrpSpPr>
        <p:grpSpPr>
          <a:xfrm>
            <a:off x="8760528" y="330096"/>
            <a:ext cx="250664" cy="219434"/>
            <a:chOff x="1190625" y="238125"/>
            <a:chExt cx="5219200" cy="5219200"/>
          </a:xfrm>
        </p:grpSpPr>
        <p:sp>
          <p:nvSpPr>
            <p:cNvPr id="270" name="Google Shape;6047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0" y="0"/>
                  </a:moveTo>
                  <a:lnTo>
                    <a:pt x="0" y="95315"/>
                  </a:lnTo>
                  <a:lnTo>
                    <a:pt x="95315" y="95315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6048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1" y="0"/>
                  </a:moveTo>
                  <a:lnTo>
                    <a:pt x="1" y="95315"/>
                  </a:lnTo>
                  <a:lnTo>
                    <a:pt x="95316" y="95315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6049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0" y="1"/>
                  </a:moveTo>
                  <a:lnTo>
                    <a:pt x="0" y="95316"/>
                  </a:lnTo>
                  <a:lnTo>
                    <a:pt x="95315" y="9531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6050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1" y="1"/>
                  </a:moveTo>
                  <a:lnTo>
                    <a:pt x="1" y="95316"/>
                  </a:lnTo>
                  <a:lnTo>
                    <a:pt x="95316" y="9531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6051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81680" y="13602"/>
                  </a:moveTo>
                  <a:lnTo>
                    <a:pt x="81680" y="81680"/>
                  </a:lnTo>
                  <a:lnTo>
                    <a:pt x="13602" y="81680"/>
                  </a:lnTo>
                  <a:lnTo>
                    <a:pt x="13602" y="13602"/>
                  </a:lnTo>
                  <a:close/>
                  <a:moveTo>
                    <a:pt x="0" y="0"/>
                  </a:moveTo>
                  <a:lnTo>
                    <a:pt x="0" y="13602"/>
                  </a:lnTo>
                  <a:lnTo>
                    <a:pt x="0" y="81680"/>
                  </a:lnTo>
                  <a:lnTo>
                    <a:pt x="0" y="95315"/>
                  </a:lnTo>
                  <a:lnTo>
                    <a:pt x="95315" y="95315"/>
                  </a:lnTo>
                  <a:lnTo>
                    <a:pt x="95315" y="81680"/>
                  </a:lnTo>
                  <a:lnTo>
                    <a:pt x="95315" y="13602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6052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81714" y="13602"/>
                  </a:moveTo>
                  <a:lnTo>
                    <a:pt x="81714" y="81680"/>
                  </a:lnTo>
                  <a:lnTo>
                    <a:pt x="13636" y="81680"/>
                  </a:lnTo>
                  <a:lnTo>
                    <a:pt x="13636" y="13602"/>
                  </a:lnTo>
                  <a:close/>
                  <a:moveTo>
                    <a:pt x="1" y="0"/>
                  </a:moveTo>
                  <a:lnTo>
                    <a:pt x="1" y="13602"/>
                  </a:lnTo>
                  <a:lnTo>
                    <a:pt x="1" y="81680"/>
                  </a:lnTo>
                  <a:lnTo>
                    <a:pt x="1" y="95315"/>
                  </a:lnTo>
                  <a:lnTo>
                    <a:pt x="95316" y="95315"/>
                  </a:lnTo>
                  <a:lnTo>
                    <a:pt x="95316" y="81680"/>
                  </a:lnTo>
                  <a:lnTo>
                    <a:pt x="95316" y="13602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6053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81680" y="13636"/>
                  </a:moveTo>
                  <a:lnTo>
                    <a:pt x="81680" y="81714"/>
                  </a:lnTo>
                  <a:lnTo>
                    <a:pt x="13602" y="81714"/>
                  </a:lnTo>
                  <a:lnTo>
                    <a:pt x="13602" y="13636"/>
                  </a:lnTo>
                  <a:close/>
                  <a:moveTo>
                    <a:pt x="0" y="1"/>
                  </a:moveTo>
                  <a:lnTo>
                    <a:pt x="0" y="13636"/>
                  </a:lnTo>
                  <a:lnTo>
                    <a:pt x="0" y="81714"/>
                  </a:lnTo>
                  <a:lnTo>
                    <a:pt x="0" y="95316"/>
                  </a:lnTo>
                  <a:lnTo>
                    <a:pt x="95315" y="95316"/>
                  </a:lnTo>
                  <a:lnTo>
                    <a:pt x="95315" y="81714"/>
                  </a:lnTo>
                  <a:lnTo>
                    <a:pt x="95315" y="1363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6054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81714" y="13636"/>
                  </a:moveTo>
                  <a:lnTo>
                    <a:pt x="81714" y="81714"/>
                  </a:lnTo>
                  <a:lnTo>
                    <a:pt x="13636" y="81714"/>
                  </a:lnTo>
                  <a:lnTo>
                    <a:pt x="13636" y="13636"/>
                  </a:lnTo>
                  <a:close/>
                  <a:moveTo>
                    <a:pt x="1" y="1"/>
                  </a:moveTo>
                  <a:lnTo>
                    <a:pt x="1" y="13636"/>
                  </a:lnTo>
                  <a:lnTo>
                    <a:pt x="1" y="81714"/>
                  </a:lnTo>
                  <a:lnTo>
                    <a:pt x="1" y="95316"/>
                  </a:lnTo>
                  <a:lnTo>
                    <a:pt x="95316" y="95316"/>
                  </a:lnTo>
                  <a:lnTo>
                    <a:pt x="95316" y="81714"/>
                  </a:lnTo>
                  <a:lnTo>
                    <a:pt x="95316" y="1363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6046;p120"/>
          <p:cNvGrpSpPr/>
          <p:nvPr/>
        </p:nvGrpSpPr>
        <p:grpSpPr>
          <a:xfrm>
            <a:off x="224824" y="320566"/>
            <a:ext cx="250664" cy="219434"/>
            <a:chOff x="1190625" y="238125"/>
            <a:chExt cx="5219200" cy="5219200"/>
          </a:xfrm>
        </p:grpSpPr>
        <p:sp>
          <p:nvSpPr>
            <p:cNvPr id="279" name="Google Shape;6047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0" y="0"/>
                  </a:moveTo>
                  <a:lnTo>
                    <a:pt x="0" y="95315"/>
                  </a:lnTo>
                  <a:lnTo>
                    <a:pt x="95315" y="95315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6048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1" y="0"/>
                  </a:moveTo>
                  <a:lnTo>
                    <a:pt x="1" y="95315"/>
                  </a:lnTo>
                  <a:lnTo>
                    <a:pt x="95316" y="95315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6049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0" y="1"/>
                  </a:moveTo>
                  <a:lnTo>
                    <a:pt x="0" y="95316"/>
                  </a:lnTo>
                  <a:lnTo>
                    <a:pt x="95315" y="9531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6050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1" y="1"/>
                  </a:moveTo>
                  <a:lnTo>
                    <a:pt x="1" y="95316"/>
                  </a:lnTo>
                  <a:lnTo>
                    <a:pt x="95316" y="9531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6051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81680" y="13602"/>
                  </a:moveTo>
                  <a:lnTo>
                    <a:pt x="81680" y="81680"/>
                  </a:lnTo>
                  <a:lnTo>
                    <a:pt x="13602" y="81680"/>
                  </a:lnTo>
                  <a:lnTo>
                    <a:pt x="13602" y="13602"/>
                  </a:lnTo>
                  <a:close/>
                  <a:moveTo>
                    <a:pt x="0" y="0"/>
                  </a:moveTo>
                  <a:lnTo>
                    <a:pt x="0" y="13602"/>
                  </a:lnTo>
                  <a:lnTo>
                    <a:pt x="0" y="81680"/>
                  </a:lnTo>
                  <a:lnTo>
                    <a:pt x="0" y="95315"/>
                  </a:lnTo>
                  <a:lnTo>
                    <a:pt x="95315" y="95315"/>
                  </a:lnTo>
                  <a:lnTo>
                    <a:pt x="95315" y="81680"/>
                  </a:lnTo>
                  <a:lnTo>
                    <a:pt x="95315" y="13602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6052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81714" y="13602"/>
                  </a:moveTo>
                  <a:lnTo>
                    <a:pt x="81714" y="81680"/>
                  </a:lnTo>
                  <a:lnTo>
                    <a:pt x="13636" y="81680"/>
                  </a:lnTo>
                  <a:lnTo>
                    <a:pt x="13636" y="13602"/>
                  </a:lnTo>
                  <a:close/>
                  <a:moveTo>
                    <a:pt x="1" y="0"/>
                  </a:moveTo>
                  <a:lnTo>
                    <a:pt x="1" y="13602"/>
                  </a:lnTo>
                  <a:lnTo>
                    <a:pt x="1" y="81680"/>
                  </a:lnTo>
                  <a:lnTo>
                    <a:pt x="1" y="95315"/>
                  </a:lnTo>
                  <a:lnTo>
                    <a:pt x="95316" y="95315"/>
                  </a:lnTo>
                  <a:lnTo>
                    <a:pt x="95316" y="81680"/>
                  </a:lnTo>
                  <a:lnTo>
                    <a:pt x="95316" y="13602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6053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81680" y="13636"/>
                  </a:moveTo>
                  <a:lnTo>
                    <a:pt x="81680" y="81714"/>
                  </a:lnTo>
                  <a:lnTo>
                    <a:pt x="13602" y="81714"/>
                  </a:lnTo>
                  <a:lnTo>
                    <a:pt x="13602" y="13636"/>
                  </a:lnTo>
                  <a:close/>
                  <a:moveTo>
                    <a:pt x="0" y="1"/>
                  </a:moveTo>
                  <a:lnTo>
                    <a:pt x="0" y="13636"/>
                  </a:lnTo>
                  <a:lnTo>
                    <a:pt x="0" y="81714"/>
                  </a:lnTo>
                  <a:lnTo>
                    <a:pt x="0" y="95316"/>
                  </a:lnTo>
                  <a:lnTo>
                    <a:pt x="95315" y="95316"/>
                  </a:lnTo>
                  <a:lnTo>
                    <a:pt x="95315" y="81714"/>
                  </a:lnTo>
                  <a:lnTo>
                    <a:pt x="95315" y="1363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6054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81714" y="13636"/>
                  </a:moveTo>
                  <a:lnTo>
                    <a:pt x="81714" y="81714"/>
                  </a:lnTo>
                  <a:lnTo>
                    <a:pt x="13636" y="81714"/>
                  </a:lnTo>
                  <a:lnTo>
                    <a:pt x="13636" y="13636"/>
                  </a:lnTo>
                  <a:close/>
                  <a:moveTo>
                    <a:pt x="1" y="1"/>
                  </a:moveTo>
                  <a:lnTo>
                    <a:pt x="1" y="13636"/>
                  </a:lnTo>
                  <a:lnTo>
                    <a:pt x="1" y="81714"/>
                  </a:lnTo>
                  <a:lnTo>
                    <a:pt x="1" y="95316"/>
                  </a:lnTo>
                  <a:lnTo>
                    <a:pt x="95316" y="95316"/>
                  </a:lnTo>
                  <a:lnTo>
                    <a:pt x="95316" y="81714"/>
                  </a:lnTo>
                  <a:lnTo>
                    <a:pt x="95316" y="1363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6046;p120"/>
          <p:cNvGrpSpPr/>
          <p:nvPr/>
        </p:nvGrpSpPr>
        <p:grpSpPr>
          <a:xfrm>
            <a:off x="8771416" y="4742710"/>
            <a:ext cx="250664" cy="219434"/>
            <a:chOff x="1190625" y="238125"/>
            <a:chExt cx="5219200" cy="5219200"/>
          </a:xfrm>
        </p:grpSpPr>
        <p:sp>
          <p:nvSpPr>
            <p:cNvPr id="288" name="Google Shape;6047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0" y="0"/>
                  </a:moveTo>
                  <a:lnTo>
                    <a:pt x="0" y="95315"/>
                  </a:lnTo>
                  <a:lnTo>
                    <a:pt x="95315" y="95315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6048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1" y="0"/>
                  </a:moveTo>
                  <a:lnTo>
                    <a:pt x="1" y="95315"/>
                  </a:lnTo>
                  <a:lnTo>
                    <a:pt x="95316" y="95315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6049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0" y="1"/>
                  </a:moveTo>
                  <a:lnTo>
                    <a:pt x="0" y="95316"/>
                  </a:lnTo>
                  <a:lnTo>
                    <a:pt x="95315" y="9531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6050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1" y="1"/>
                  </a:moveTo>
                  <a:lnTo>
                    <a:pt x="1" y="95316"/>
                  </a:lnTo>
                  <a:lnTo>
                    <a:pt x="95316" y="9531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6051;p120"/>
            <p:cNvSpPr/>
            <p:nvPr/>
          </p:nvSpPr>
          <p:spPr>
            <a:xfrm>
              <a:off x="1190625" y="238125"/>
              <a:ext cx="2382900" cy="2382900"/>
            </a:xfrm>
            <a:custGeom>
              <a:avLst/>
              <a:gdLst/>
              <a:ahLst/>
              <a:cxnLst/>
              <a:rect l="l" t="t" r="r" b="b"/>
              <a:pathLst>
                <a:path w="95316" h="95316" extrusionOk="0">
                  <a:moveTo>
                    <a:pt x="81680" y="13602"/>
                  </a:moveTo>
                  <a:lnTo>
                    <a:pt x="81680" y="81680"/>
                  </a:lnTo>
                  <a:lnTo>
                    <a:pt x="13602" y="81680"/>
                  </a:lnTo>
                  <a:lnTo>
                    <a:pt x="13602" y="13602"/>
                  </a:lnTo>
                  <a:close/>
                  <a:moveTo>
                    <a:pt x="0" y="0"/>
                  </a:moveTo>
                  <a:lnTo>
                    <a:pt x="0" y="13602"/>
                  </a:lnTo>
                  <a:lnTo>
                    <a:pt x="0" y="81680"/>
                  </a:lnTo>
                  <a:lnTo>
                    <a:pt x="0" y="95315"/>
                  </a:lnTo>
                  <a:lnTo>
                    <a:pt x="95315" y="95315"/>
                  </a:lnTo>
                  <a:lnTo>
                    <a:pt x="95315" y="81680"/>
                  </a:lnTo>
                  <a:lnTo>
                    <a:pt x="95315" y="13602"/>
                  </a:lnTo>
                  <a:lnTo>
                    <a:pt x="95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6052;p120"/>
            <p:cNvSpPr/>
            <p:nvPr/>
          </p:nvSpPr>
          <p:spPr>
            <a:xfrm>
              <a:off x="4026900" y="238125"/>
              <a:ext cx="2382925" cy="2382900"/>
            </a:xfrm>
            <a:custGeom>
              <a:avLst/>
              <a:gdLst/>
              <a:ahLst/>
              <a:cxnLst/>
              <a:rect l="l" t="t" r="r" b="b"/>
              <a:pathLst>
                <a:path w="95317" h="95316" extrusionOk="0">
                  <a:moveTo>
                    <a:pt x="81714" y="13602"/>
                  </a:moveTo>
                  <a:lnTo>
                    <a:pt x="81714" y="81680"/>
                  </a:lnTo>
                  <a:lnTo>
                    <a:pt x="13636" y="81680"/>
                  </a:lnTo>
                  <a:lnTo>
                    <a:pt x="13636" y="13602"/>
                  </a:lnTo>
                  <a:close/>
                  <a:moveTo>
                    <a:pt x="1" y="0"/>
                  </a:moveTo>
                  <a:lnTo>
                    <a:pt x="1" y="13602"/>
                  </a:lnTo>
                  <a:lnTo>
                    <a:pt x="1" y="81680"/>
                  </a:lnTo>
                  <a:lnTo>
                    <a:pt x="1" y="95315"/>
                  </a:lnTo>
                  <a:lnTo>
                    <a:pt x="95316" y="95315"/>
                  </a:lnTo>
                  <a:lnTo>
                    <a:pt x="95316" y="81680"/>
                  </a:lnTo>
                  <a:lnTo>
                    <a:pt x="95316" y="13602"/>
                  </a:lnTo>
                  <a:lnTo>
                    <a:pt x="953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6053;p120"/>
            <p:cNvSpPr/>
            <p:nvPr/>
          </p:nvSpPr>
          <p:spPr>
            <a:xfrm>
              <a:off x="1190625" y="3074400"/>
              <a:ext cx="2382900" cy="2382925"/>
            </a:xfrm>
            <a:custGeom>
              <a:avLst/>
              <a:gdLst/>
              <a:ahLst/>
              <a:cxnLst/>
              <a:rect l="l" t="t" r="r" b="b"/>
              <a:pathLst>
                <a:path w="95316" h="95317" extrusionOk="0">
                  <a:moveTo>
                    <a:pt x="81680" y="13636"/>
                  </a:moveTo>
                  <a:lnTo>
                    <a:pt x="81680" y="81714"/>
                  </a:lnTo>
                  <a:lnTo>
                    <a:pt x="13602" y="81714"/>
                  </a:lnTo>
                  <a:lnTo>
                    <a:pt x="13602" y="13636"/>
                  </a:lnTo>
                  <a:close/>
                  <a:moveTo>
                    <a:pt x="0" y="1"/>
                  </a:moveTo>
                  <a:lnTo>
                    <a:pt x="0" y="13636"/>
                  </a:lnTo>
                  <a:lnTo>
                    <a:pt x="0" y="81714"/>
                  </a:lnTo>
                  <a:lnTo>
                    <a:pt x="0" y="95316"/>
                  </a:lnTo>
                  <a:lnTo>
                    <a:pt x="95315" y="95316"/>
                  </a:lnTo>
                  <a:lnTo>
                    <a:pt x="95315" y="81714"/>
                  </a:lnTo>
                  <a:lnTo>
                    <a:pt x="95315" y="13636"/>
                  </a:lnTo>
                  <a:lnTo>
                    <a:pt x="953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6054;p120"/>
            <p:cNvSpPr/>
            <p:nvPr/>
          </p:nvSpPr>
          <p:spPr>
            <a:xfrm>
              <a:off x="4026900" y="3074400"/>
              <a:ext cx="2382925" cy="2382925"/>
            </a:xfrm>
            <a:custGeom>
              <a:avLst/>
              <a:gdLst/>
              <a:ahLst/>
              <a:cxnLst/>
              <a:rect l="l" t="t" r="r" b="b"/>
              <a:pathLst>
                <a:path w="95317" h="95317" extrusionOk="0">
                  <a:moveTo>
                    <a:pt x="81714" y="13636"/>
                  </a:moveTo>
                  <a:lnTo>
                    <a:pt x="81714" y="81714"/>
                  </a:lnTo>
                  <a:lnTo>
                    <a:pt x="13636" y="81714"/>
                  </a:lnTo>
                  <a:lnTo>
                    <a:pt x="13636" y="13636"/>
                  </a:lnTo>
                  <a:close/>
                  <a:moveTo>
                    <a:pt x="1" y="1"/>
                  </a:moveTo>
                  <a:lnTo>
                    <a:pt x="1" y="13636"/>
                  </a:lnTo>
                  <a:lnTo>
                    <a:pt x="1" y="81714"/>
                  </a:lnTo>
                  <a:lnTo>
                    <a:pt x="1" y="95316"/>
                  </a:lnTo>
                  <a:lnTo>
                    <a:pt x="95316" y="95316"/>
                  </a:lnTo>
                  <a:lnTo>
                    <a:pt x="95316" y="81714"/>
                  </a:lnTo>
                  <a:lnTo>
                    <a:pt x="95316" y="13636"/>
                  </a:lnTo>
                  <a:lnTo>
                    <a:pt x="953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174" y="3586755"/>
            <a:ext cx="2227012" cy="1360775"/>
          </a:xfrm>
          <a:prstGeom prst="rect">
            <a:avLst/>
          </a:prstGeom>
        </p:spPr>
      </p:pic>
      <p:sp>
        <p:nvSpPr>
          <p:cNvPr id="55" name="Прямоугольник 54"/>
          <p:cNvSpPr/>
          <p:nvPr/>
        </p:nvSpPr>
        <p:spPr>
          <a:xfrm>
            <a:off x="720000" y="20775"/>
            <a:ext cx="7704001" cy="428567"/>
          </a:xfrm>
          <a:prstGeom prst="rect">
            <a:avLst/>
          </a:prstGeom>
          <a:solidFill>
            <a:srgbClr val="1B182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letext Style Workshop XL by Slidesgo">
  <a:themeElements>
    <a:clrScheme name="Simple Light">
      <a:dk1>
        <a:srgbClr val="000000"/>
      </a:dk1>
      <a:lt1>
        <a:srgbClr val="FFFFFF"/>
      </a:lt1>
      <a:dk2>
        <a:srgbClr val="1B1822"/>
      </a:dk2>
      <a:lt2>
        <a:srgbClr val="666666"/>
      </a:lt2>
      <a:accent1>
        <a:srgbClr val="E7E75C"/>
      </a:accent1>
      <a:accent2>
        <a:srgbClr val="5CD5D5"/>
      </a:accent2>
      <a:accent3>
        <a:srgbClr val="46BE53"/>
      </a:accent3>
      <a:accent4>
        <a:srgbClr val="D33DA5"/>
      </a:accent4>
      <a:accent5>
        <a:srgbClr val="E2392B"/>
      </a:accent5>
      <a:accent6>
        <a:srgbClr val="7152C2"/>
      </a:accent6>
      <a:hlink>
        <a:srgbClr val="F7F7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100</Words>
  <Application>Microsoft Office PowerPoint</Application>
  <PresentationFormat>Экран (16:9)</PresentationFormat>
  <Paragraphs>33</Paragraphs>
  <Slides>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Press Start 2P</vt:lpstr>
      <vt:lpstr>Orbitron</vt:lpstr>
      <vt:lpstr>Roboto</vt:lpstr>
      <vt:lpstr>Sitka Small Semibold</vt:lpstr>
      <vt:lpstr>Cascadia Mono</vt:lpstr>
      <vt:lpstr>NSimSun</vt:lpstr>
      <vt:lpstr>Teletext Style Workshop XL by Slidesgo</vt:lpstr>
      <vt:lpstr>TEMPLEOS  НЕОБЫЧНАЯ ОПЕРАЦИОННАЯ СИСТЕМА ОДНОГО ЧЕЛОВЕКА</vt:lpstr>
      <vt:lpstr>ИСТОРИЯ СОЗДАНИЯ</vt:lpstr>
      <vt:lpstr>ОДИН ЧЕЛОВЕК — ЦЕЛАЯ ОС</vt:lpstr>
      <vt:lpstr>ТАК ВЫГЛЯДИТ TEMPLEOS</vt:lpstr>
      <vt:lpstr>HOLYC — СОБСТВЕННЫЙ ЯЗЫК</vt:lpstr>
      <vt:lpstr>ЧТО ЕСТЬ ВНУТРИ?</vt:lpstr>
      <vt:lpstr>ПОЧЕМУ TEMPLEOS ЗАПОМНИЛАСЬ?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TELETEXT STYLE WORKSHOP</dc:title>
  <dc:creator>HONOR</dc:creator>
  <cp:lastModifiedBy>HONOR</cp:lastModifiedBy>
  <cp:revision>25</cp:revision>
  <dcterms:modified xsi:type="dcterms:W3CDTF">2026-10-01T02:28:47Z</dcterms:modified>
</cp:coreProperties>
</file>